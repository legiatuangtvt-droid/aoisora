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257" r:id="rId2"/>
    <p:sldId id="274" r:id="rId3"/>
    <p:sldId id="273" r:id="rId4"/>
    <p:sldId id="261" r:id="rId5"/>
    <p:sldId id="259" r:id="rId6"/>
    <p:sldId id="260" r:id="rId7"/>
    <p:sldId id="262" r:id="rId8"/>
    <p:sldId id="264" r:id="rId9"/>
    <p:sldId id="265" r:id="rId10"/>
    <p:sldId id="267" r:id="rId11"/>
    <p:sldId id="268" r:id="rId12"/>
    <p:sldId id="269" r:id="rId13"/>
    <p:sldId id="271" r:id="rId14"/>
    <p:sldId id="272" r:id="rId15"/>
    <p:sldId id="275" r:id="rId16"/>
    <p:sldId id="276" r:id="rId17"/>
    <p:sldId id="277" r:id="rId18"/>
    <p:sldId id="287" r:id="rId19"/>
    <p:sldId id="285" r:id="rId20"/>
    <p:sldId id="279" r:id="rId21"/>
    <p:sldId id="278" r:id="rId22"/>
    <p:sldId id="286" r:id="rId23"/>
    <p:sldId id="280" r:id="rId24"/>
    <p:sldId id="281" r:id="rId25"/>
    <p:sldId id="282" r:id="rId26"/>
    <p:sldId id="283" r:id="rId27"/>
    <p:sldId id="284" r:id="rId28"/>
    <p:sldId id="28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68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EE29C5-C2E4-43E5-8F5F-42257975D714}" v="10" dt="2025-11-11T06:50:39.2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83" autoAdjust="0"/>
  </p:normalViewPr>
  <p:slideViewPr>
    <p:cSldViewPr snapToGrid="0">
      <p:cViewPr varScale="1">
        <p:scale>
          <a:sx n="99" d="100"/>
          <a:sy n="99" d="100"/>
        </p:scale>
        <p:origin x="108"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ười dùng Khách" userId="S::urn:spo:tenantanon#beb8970a-3fe1-44e2-823f-80eaa9e0c260::" providerId="AD" clId="Web-{6834B436-CC39-3B54-1D89-A689DE5FD0F3}"/>
    <pc:docChg chg="modSld">
      <pc:chgData name="Người dùng Khách" userId="S::urn:spo:tenantanon#beb8970a-3fe1-44e2-823f-80eaa9e0c260::" providerId="AD" clId="Web-{6834B436-CC39-3B54-1D89-A689DE5FD0F3}" dt="2025-11-05T00:07:27.820" v="4" actId="20577"/>
      <pc:docMkLst>
        <pc:docMk/>
      </pc:docMkLst>
      <pc:sldChg chg="modSp">
        <pc:chgData name="Người dùng Khách" userId="S::urn:spo:tenantanon#beb8970a-3fe1-44e2-823f-80eaa9e0c260::" providerId="AD" clId="Web-{6834B436-CC39-3B54-1D89-A689DE5FD0F3}" dt="2025-11-05T00:07:27.820" v="4" actId="20577"/>
        <pc:sldMkLst>
          <pc:docMk/>
          <pc:sldMk cId="2361316490" sldId="274"/>
        </pc:sldMkLst>
        <pc:spChg chg="mod">
          <ac:chgData name="Người dùng Khách" userId="S::urn:spo:tenantanon#beb8970a-3fe1-44e2-823f-80eaa9e0c260::" providerId="AD" clId="Web-{6834B436-CC39-3B54-1D89-A689DE5FD0F3}" dt="2025-11-05T00:07:27.820" v="4" actId="20577"/>
          <ac:spMkLst>
            <pc:docMk/>
            <pc:sldMk cId="2361316490" sldId="274"/>
            <ac:spMk id="5" creationId="{05516020-4090-5A4F-8A29-DBCC533813CA}"/>
          </ac:spMkLst>
        </pc:spChg>
      </pc:sldChg>
    </pc:docChg>
  </pc:docChgLst>
  <pc:docChgLst>
    <pc:chgData name="Người dùng Khách" userId="S::urn:spo:tenantanon#beb8970a-3fe1-44e2-823f-80eaa9e0c260::" providerId="AD" clId="Web-{8232220D-3906-34A5-9409-F6713DFF82D1}"/>
    <pc:docChg chg="sldOrd">
      <pc:chgData name="Người dùng Khách" userId="S::urn:spo:tenantanon#beb8970a-3fe1-44e2-823f-80eaa9e0c260::" providerId="AD" clId="Web-{8232220D-3906-34A5-9409-F6713DFF82D1}" dt="2025-11-04T07:29:45.429" v="0"/>
      <pc:docMkLst>
        <pc:docMk/>
      </pc:docMkLst>
      <pc:sldChg chg="ord">
        <pc:chgData name="Người dùng Khách" userId="S::urn:spo:tenantanon#beb8970a-3fe1-44e2-823f-80eaa9e0c260::" providerId="AD" clId="Web-{8232220D-3906-34A5-9409-F6713DFF82D1}" dt="2025-11-04T07:29:45.429" v="0"/>
        <pc:sldMkLst>
          <pc:docMk/>
          <pc:sldMk cId="2361316490" sldId="274"/>
        </pc:sldMkLst>
      </pc:sldChg>
    </pc:docChg>
  </pc:docChgLst>
  <pc:docChgLst>
    <pc:chgData name="Người dùng Khách" userId="S::urn:spo:tenantanon#beb8970a-3fe1-44e2-823f-80eaa9e0c260::" providerId="AD" clId="Web-{EE45FD1D-398A-E34F-CB8E-9AFF520674D4}"/>
    <pc:docChg chg="modSld">
      <pc:chgData name="Người dùng Khách" userId="S::urn:spo:tenantanon#beb8970a-3fe1-44e2-823f-80eaa9e0c260::" providerId="AD" clId="Web-{EE45FD1D-398A-E34F-CB8E-9AFF520674D4}" dt="2025-11-05T03:46:40.685" v="222" actId="14100"/>
      <pc:docMkLst>
        <pc:docMk/>
      </pc:docMkLst>
      <pc:sldChg chg="modSp">
        <pc:chgData name="Người dùng Khách" userId="S::urn:spo:tenantanon#beb8970a-3fe1-44e2-823f-80eaa9e0c260::" providerId="AD" clId="Web-{EE45FD1D-398A-E34F-CB8E-9AFF520674D4}" dt="2025-11-05T03:42:47.963" v="172" actId="20577"/>
        <pc:sldMkLst>
          <pc:docMk/>
          <pc:sldMk cId="4226613909" sldId="259"/>
        </pc:sldMkLst>
        <pc:spChg chg="mod">
          <ac:chgData name="Người dùng Khách" userId="S::urn:spo:tenantanon#beb8970a-3fe1-44e2-823f-80eaa9e0c260::" providerId="AD" clId="Web-{EE45FD1D-398A-E34F-CB8E-9AFF520674D4}" dt="2025-11-05T03:24:30.669" v="66" actId="20577"/>
          <ac:spMkLst>
            <pc:docMk/>
            <pc:sldMk cId="4226613909" sldId="259"/>
            <ac:spMk id="3" creationId="{8554205F-5947-F69F-47AF-D84FF2726005}"/>
          </ac:spMkLst>
        </pc:spChg>
        <pc:spChg chg="mod">
          <ac:chgData name="Người dùng Khách" userId="S::urn:spo:tenantanon#beb8970a-3fe1-44e2-823f-80eaa9e0c260::" providerId="AD" clId="Web-{EE45FD1D-398A-E34F-CB8E-9AFF520674D4}" dt="2025-11-05T03:30:44.361" v="132" actId="20577"/>
          <ac:spMkLst>
            <pc:docMk/>
            <pc:sldMk cId="4226613909" sldId="259"/>
            <ac:spMk id="4" creationId="{ABC19814-827B-4C38-9EFA-6B4E6BDF9491}"/>
          </ac:spMkLst>
        </pc:spChg>
        <pc:spChg chg="mod">
          <ac:chgData name="Người dùng Khách" userId="S::urn:spo:tenantanon#beb8970a-3fe1-44e2-823f-80eaa9e0c260::" providerId="AD" clId="Web-{EE45FD1D-398A-E34F-CB8E-9AFF520674D4}" dt="2025-11-05T03:42:47.963" v="172" actId="20577"/>
          <ac:spMkLst>
            <pc:docMk/>
            <pc:sldMk cId="4226613909" sldId="259"/>
            <ac:spMk id="9" creationId="{129F67E3-C416-520B-E387-792386336528}"/>
          </ac:spMkLst>
        </pc:spChg>
      </pc:sldChg>
      <pc:sldChg chg="modSp">
        <pc:chgData name="Người dùng Khách" userId="S::urn:spo:tenantanon#beb8970a-3fe1-44e2-823f-80eaa9e0c260::" providerId="AD" clId="Web-{EE45FD1D-398A-E34F-CB8E-9AFF520674D4}" dt="2025-11-05T03:42:53.979" v="174" actId="20577"/>
        <pc:sldMkLst>
          <pc:docMk/>
          <pc:sldMk cId="261394998" sldId="260"/>
        </pc:sldMkLst>
        <pc:spChg chg="mod">
          <ac:chgData name="Người dùng Khách" userId="S::urn:spo:tenantanon#beb8970a-3fe1-44e2-823f-80eaa9e0c260::" providerId="AD" clId="Web-{EE45FD1D-398A-E34F-CB8E-9AFF520674D4}" dt="2025-11-05T03:24:49.654" v="68" actId="20577"/>
          <ac:spMkLst>
            <pc:docMk/>
            <pc:sldMk cId="261394998" sldId="260"/>
            <ac:spMk id="3" creationId="{4E3D1F2D-8143-2578-10E7-999896BC14AC}"/>
          </ac:spMkLst>
        </pc:spChg>
        <pc:spChg chg="mod">
          <ac:chgData name="Người dùng Khách" userId="S::urn:spo:tenantanon#beb8970a-3fe1-44e2-823f-80eaa9e0c260::" providerId="AD" clId="Web-{EE45FD1D-398A-E34F-CB8E-9AFF520674D4}" dt="2025-11-05T03:30:36.502" v="130" actId="20577"/>
          <ac:spMkLst>
            <pc:docMk/>
            <pc:sldMk cId="261394998" sldId="260"/>
            <ac:spMk id="4" creationId="{BAF33686-9B63-1856-D09C-FA6C6FD1D0AB}"/>
          </ac:spMkLst>
        </pc:spChg>
        <pc:spChg chg="mod">
          <ac:chgData name="Người dùng Khách" userId="S::urn:spo:tenantanon#beb8970a-3fe1-44e2-823f-80eaa9e0c260::" providerId="AD" clId="Web-{EE45FD1D-398A-E34F-CB8E-9AFF520674D4}" dt="2025-11-05T03:42:53.979" v="174" actId="20577"/>
          <ac:spMkLst>
            <pc:docMk/>
            <pc:sldMk cId="261394998" sldId="260"/>
            <ac:spMk id="5" creationId="{2C141D03-0B41-E2FA-08B1-1B94555BF0A0}"/>
          </ac:spMkLst>
        </pc:spChg>
      </pc:sldChg>
      <pc:sldChg chg="modSp">
        <pc:chgData name="Người dùng Khách" userId="S::urn:spo:tenantanon#beb8970a-3fe1-44e2-823f-80eaa9e0c260::" providerId="AD" clId="Web-{EE45FD1D-398A-E34F-CB8E-9AFF520674D4}" dt="2025-11-05T03:42:29.838" v="163" actId="20577"/>
        <pc:sldMkLst>
          <pc:docMk/>
          <pc:sldMk cId="594835473" sldId="261"/>
        </pc:sldMkLst>
        <pc:spChg chg="mod">
          <ac:chgData name="Người dùng Khách" userId="S::urn:spo:tenantanon#beb8970a-3fe1-44e2-823f-80eaa9e0c260::" providerId="AD" clId="Web-{EE45FD1D-398A-E34F-CB8E-9AFF520674D4}" dt="2025-11-05T03:23:07.136" v="63" actId="20577"/>
          <ac:spMkLst>
            <pc:docMk/>
            <pc:sldMk cId="594835473" sldId="261"/>
            <ac:spMk id="3" creationId="{90108FF9-4C01-4785-3078-32739E808729}"/>
          </ac:spMkLst>
        </pc:spChg>
        <pc:spChg chg="mod">
          <ac:chgData name="Người dùng Khách" userId="S::urn:spo:tenantanon#beb8970a-3fe1-44e2-823f-80eaa9e0c260::" providerId="AD" clId="Web-{EE45FD1D-398A-E34F-CB8E-9AFF520674D4}" dt="2025-11-05T03:30:51.518" v="134" actId="20577"/>
          <ac:spMkLst>
            <pc:docMk/>
            <pc:sldMk cId="594835473" sldId="261"/>
            <ac:spMk id="4" creationId="{68EA60F5-DBBE-CB37-F2FF-85E5E32B6E7D}"/>
          </ac:spMkLst>
        </pc:spChg>
        <pc:spChg chg="mod">
          <ac:chgData name="Người dùng Khách" userId="S::urn:spo:tenantanon#beb8970a-3fe1-44e2-823f-80eaa9e0c260::" providerId="AD" clId="Web-{EE45FD1D-398A-E34F-CB8E-9AFF520674D4}" dt="2025-11-05T03:42:29.838" v="163" actId="20577"/>
          <ac:spMkLst>
            <pc:docMk/>
            <pc:sldMk cId="594835473" sldId="261"/>
            <ac:spMk id="5" creationId="{70097C29-09CF-5A78-70CD-94DEAF95A687}"/>
          </ac:spMkLst>
        </pc:spChg>
      </pc:sldChg>
      <pc:sldChg chg="modSp">
        <pc:chgData name="Người dùng Khách" userId="S::urn:spo:tenantanon#beb8970a-3fe1-44e2-823f-80eaa9e0c260::" providerId="AD" clId="Web-{EE45FD1D-398A-E34F-CB8E-9AFF520674D4}" dt="2025-11-05T03:33:45.331" v="142" actId="20577"/>
        <pc:sldMkLst>
          <pc:docMk/>
          <pc:sldMk cId="3673172357" sldId="262"/>
        </pc:sldMkLst>
        <pc:spChg chg="mod">
          <ac:chgData name="Người dùng Khách" userId="S::urn:spo:tenantanon#beb8970a-3fe1-44e2-823f-80eaa9e0c260::" providerId="AD" clId="Web-{EE45FD1D-398A-E34F-CB8E-9AFF520674D4}" dt="2025-11-05T03:25:02.185" v="69" actId="20577"/>
          <ac:spMkLst>
            <pc:docMk/>
            <pc:sldMk cId="3673172357" sldId="262"/>
            <ac:spMk id="3" creationId="{3BDDB5AA-8CFF-70AA-AF41-C065AEE73352}"/>
          </ac:spMkLst>
        </pc:spChg>
        <pc:spChg chg="mod">
          <ac:chgData name="Người dùng Khách" userId="S::urn:spo:tenantanon#beb8970a-3fe1-44e2-823f-80eaa9e0c260::" providerId="AD" clId="Web-{EE45FD1D-398A-E34F-CB8E-9AFF520674D4}" dt="2025-11-05T03:33:45.331" v="142" actId="20577"/>
          <ac:spMkLst>
            <pc:docMk/>
            <pc:sldMk cId="3673172357" sldId="262"/>
            <ac:spMk id="4" creationId="{84ACE253-D714-50FF-CD98-A5825E8327BF}"/>
          </ac:spMkLst>
        </pc:spChg>
        <pc:spChg chg="mod">
          <ac:chgData name="Người dùng Khách" userId="S::urn:spo:tenantanon#beb8970a-3fe1-44e2-823f-80eaa9e0c260::" providerId="AD" clId="Web-{EE45FD1D-398A-E34F-CB8E-9AFF520674D4}" dt="2025-11-05T03:17:45.367" v="7" actId="1076"/>
          <ac:spMkLst>
            <pc:docMk/>
            <pc:sldMk cId="3673172357" sldId="262"/>
            <ac:spMk id="5" creationId="{337866D5-5C9E-5C67-2634-E8AFAB27BA28}"/>
          </ac:spMkLst>
        </pc:spChg>
        <pc:spChg chg="mod">
          <ac:chgData name="Người dùng Khách" userId="S::urn:spo:tenantanon#beb8970a-3fe1-44e2-823f-80eaa9e0c260::" providerId="AD" clId="Web-{EE45FD1D-398A-E34F-CB8E-9AFF520674D4}" dt="2025-11-05T03:33:35.347" v="140" actId="20577"/>
          <ac:spMkLst>
            <pc:docMk/>
            <pc:sldMk cId="3673172357" sldId="262"/>
            <ac:spMk id="11" creationId="{C1165C7C-7DBC-1F93-4A26-EBC8C269386B}"/>
          </ac:spMkLst>
        </pc:spChg>
      </pc:sldChg>
      <pc:sldChg chg="modSp">
        <pc:chgData name="Người dùng Khách" userId="S::urn:spo:tenantanon#beb8970a-3fe1-44e2-823f-80eaa9e0c260::" providerId="AD" clId="Web-{EE45FD1D-398A-E34F-CB8E-9AFF520674D4}" dt="2025-11-05T03:33:53.675" v="143" actId="20577"/>
        <pc:sldMkLst>
          <pc:docMk/>
          <pc:sldMk cId="3615695329" sldId="264"/>
        </pc:sldMkLst>
        <pc:spChg chg="mod">
          <ac:chgData name="Người dùng Khách" userId="S::urn:spo:tenantanon#beb8970a-3fe1-44e2-823f-80eaa9e0c260::" providerId="AD" clId="Web-{EE45FD1D-398A-E34F-CB8E-9AFF520674D4}" dt="2025-11-05T03:25:10.279" v="70" actId="20577"/>
          <ac:spMkLst>
            <pc:docMk/>
            <pc:sldMk cId="3615695329" sldId="264"/>
            <ac:spMk id="3" creationId="{AC1DBD66-C54A-CBAA-5B6E-DFB35565C0E2}"/>
          </ac:spMkLst>
        </pc:spChg>
        <pc:spChg chg="mod">
          <ac:chgData name="Người dùng Khách" userId="S::urn:spo:tenantanon#beb8970a-3fe1-44e2-823f-80eaa9e0c260::" providerId="AD" clId="Web-{EE45FD1D-398A-E34F-CB8E-9AFF520674D4}" dt="2025-11-05T03:30:16.830" v="128" actId="20577"/>
          <ac:spMkLst>
            <pc:docMk/>
            <pc:sldMk cId="3615695329" sldId="264"/>
            <ac:spMk id="4" creationId="{AE968FDE-DE17-68CF-D77C-788E050288EE}"/>
          </ac:spMkLst>
        </pc:spChg>
        <pc:spChg chg="mod">
          <ac:chgData name="Người dùng Khách" userId="S::urn:spo:tenantanon#beb8970a-3fe1-44e2-823f-80eaa9e0c260::" providerId="AD" clId="Web-{EE45FD1D-398A-E34F-CB8E-9AFF520674D4}" dt="2025-11-05T03:33:53.675" v="143" actId="20577"/>
          <ac:spMkLst>
            <pc:docMk/>
            <pc:sldMk cId="3615695329" sldId="264"/>
            <ac:spMk id="11" creationId="{4A98FF51-B92E-4274-7E77-A36759E5E094}"/>
          </ac:spMkLst>
        </pc:spChg>
      </pc:sldChg>
      <pc:sldChg chg="modSp">
        <pc:chgData name="Người dùng Khách" userId="S::urn:spo:tenantanon#beb8970a-3fe1-44e2-823f-80eaa9e0c260::" providerId="AD" clId="Web-{EE45FD1D-398A-E34F-CB8E-9AFF520674D4}" dt="2025-11-05T03:25:18.717" v="71" actId="20577"/>
        <pc:sldMkLst>
          <pc:docMk/>
          <pc:sldMk cId="1235491388" sldId="265"/>
        </pc:sldMkLst>
        <pc:spChg chg="mod">
          <ac:chgData name="Người dùng Khách" userId="S::urn:spo:tenantanon#beb8970a-3fe1-44e2-823f-80eaa9e0c260::" providerId="AD" clId="Web-{EE45FD1D-398A-E34F-CB8E-9AFF520674D4}" dt="2025-11-05T03:25:18.717" v="71" actId="20577"/>
          <ac:spMkLst>
            <pc:docMk/>
            <pc:sldMk cId="1235491388" sldId="265"/>
            <ac:spMk id="3" creationId="{31810BD3-AD1E-1BBB-FDB8-1852707A2ED1}"/>
          </ac:spMkLst>
        </pc:spChg>
        <pc:spChg chg="mod">
          <ac:chgData name="Người dùng Khách" userId="S::urn:spo:tenantanon#beb8970a-3fe1-44e2-823f-80eaa9e0c260::" providerId="AD" clId="Web-{EE45FD1D-398A-E34F-CB8E-9AFF520674D4}" dt="2025-11-05T03:18:27.789" v="16" actId="20577"/>
          <ac:spMkLst>
            <pc:docMk/>
            <pc:sldMk cId="1235491388" sldId="265"/>
            <ac:spMk id="4" creationId="{48D761FA-B652-3AAE-FD02-9662EFB34476}"/>
          </ac:spMkLst>
        </pc:spChg>
        <pc:spChg chg="mod">
          <ac:chgData name="Người dùng Khách" userId="S::urn:spo:tenantanon#beb8970a-3fe1-44e2-823f-80eaa9e0c260::" providerId="AD" clId="Web-{EE45FD1D-398A-E34F-CB8E-9AFF520674D4}" dt="2025-11-05T03:19:04.789" v="24" actId="14100"/>
          <ac:spMkLst>
            <pc:docMk/>
            <pc:sldMk cId="1235491388" sldId="265"/>
            <ac:spMk id="11" creationId="{7D34D9F1-A218-91D8-0CB8-78DA4F1543F1}"/>
          </ac:spMkLst>
        </pc:spChg>
        <pc:picChg chg="mod">
          <ac:chgData name="Người dùng Khách" userId="S::urn:spo:tenantanon#beb8970a-3fe1-44e2-823f-80eaa9e0c260::" providerId="AD" clId="Web-{EE45FD1D-398A-E34F-CB8E-9AFF520674D4}" dt="2025-11-05T03:18:48.851" v="21" actId="1076"/>
          <ac:picMkLst>
            <pc:docMk/>
            <pc:sldMk cId="1235491388" sldId="265"/>
            <ac:picMk id="7" creationId="{0F2BAA31-0645-45D1-F10D-CC49CE682C2D}"/>
          </ac:picMkLst>
        </pc:picChg>
      </pc:sldChg>
      <pc:sldChg chg="addSp delSp modSp">
        <pc:chgData name="Người dùng Khách" userId="S::urn:spo:tenantanon#beb8970a-3fe1-44e2-823f-80eaa9e0c260::" providerId="AD" clId="Web-{EE45FD1D-398A-E34F-CB8E-9AFF520674D4}" dt="2025-11-05T03:34:21.081" v="146" actId="20577"/>
        <pc:sldMkLst>
          <pc:docMk/>
          <pc:sldMk cId="3373665653" sldId="267"/>
        </pc:sldMkLst>
        <pc:spChg chg="mod">
          <ac:chgData name="Người dùng Khách" userId="S::urn:spo:tenantanon#beb8970a-3fe1-44e2-823f-80eaa9e0c260::" providerId="AD" clId="Web-{EE45FD1D-398A-E34F-CB8E-9AFF520674D4}" dt="2025-11-05T03:25:30.280" v="79" actId="20577"/>
          <ac:spMkLst>
            <pc:docMk/>
            <pc:sldMk cId="3373665653" sldId="267"/>
            <ac:spMk id="3" creationId="{C2347628-2BCC-0615-3919-8151011C6269}"/>
          </ac:spMkLst>
        </pc:spChg>
        <pc:spChg chg="mod">
          <ac:chgData name="Người dùng Khách" userId="S::urn:spo:tenantanon#beb8970a-3fe1-44e2-823f-80eaa9e0c260::" providerId="AD" clId="Web-{EE45FD1D-398A-E34F-CB8E-9AFF520674D4}" dt="2025-11-05T03:19:15.523" v="25" actId="20577"/>
          <ac:spMkLst>
            <pc:docMk/>
            <pc:sldMk cId="3373665653" sldId="267"/>
            <ac:spMk id="4" creationId="{1ED8B14E-AEE0-BBFD-1BB6-F6C939F44141}"/>
          </ac:spMkLst>
        </pc:spChg>
        <pc:spChg chg="add del mod">
          <ac:chgData name="Người dùng Khách" userId="S::urn:spo:tenantanon#beb8970a-3fe1-44e2-823f-80eaa9e0c260::" providerId="AD" clId="Web-{EE45FD1D-398A-E34F-CB8E-9AFF520674D4}" dt="2025-11-05T03:34:21.081" v="146" actId="20577"/>
          <ac:spMkLst>
            <pc:docMk/>
            <pc:sldMk cId="3373665653" sldId="267"/>
            <ac:spMk id="11" creationId="{53C16E54-2721-360C-8558-CDDE76EE1172}"/>
          </ac:spMkLst>
        </pc:spChg>
        <pc:spChg chg="mod">
          <ac:chgData name="Người dùng Khách" userId="S::urn:spo:tenantanon#beb8970a-3fe1-44e2-823f-80eaa9e0c260::" providerId="AD" clId="Web-{EE45FD1D-398A-E34F-CB8E-9AFF520674D4}" dt="2025-11-05T03:34:12.206" v="145" actId="1076"/>
          <ac:spMkLst>
            <pc:docMk/>
            <pc:sldMk cId="3373665653" sldId="267"/>
            <ac:spMk id="17" creationId="{6EBA802B-A619-2761-AF60-3FE0426F95A0}"/>
          </ac:spMkLst>
        </pc:spChg>
      </pc:sldChg>
      <pc:sldChg chg="modSp">
        <pc:chgData name="Người dùng Khách" userId="S::urn:spo:tenantanon#beb8970a-3fe1-44e2-823f-80eaa9e0c260::" providerId="AD" clId="Web-{EE45FD1D-398A-E34F-CB8E-9AFF520674D4}" dt="2025-11-05T03:29:48.361" v="126" actId="20577"/>
        <pc:sldMkLst>
          <pc:docMk/>
          <pc:sldMk cId="205940087" sldId="268"/>
        </pc:sldMkLst>
        <pc:spChg chg="mod">
          <ac:chgData name="Người dùng Khách" userId="S::urn:spo:tenantanon#beb8970a-3fe1-44e2-823f-80eaa9e0c260::" providerId="AD" clId="Web-{EE45FD1D-398A-E34F-CB8E-9AFF520674D4}" dt="2025-11-05T03:25:48.796" v="81" actId="20577"/>
          <ac:spMkLst>
            <pc:docMk/>
            <pc:sldMk cId="205940087" sldId="268"/>
            <ac:spMk id="3" creationId="{DC26F1AC-349E-C1FC-ED50-2BA8CEAE7C57}"/>
          </ac:spMkLst>
        </pc:spChg>
        <pc:spChg chg="mod">
          <ac:chgData name="Người dùng Khách" userId="S::urn:spo:tenantanon#beb8970a-3fe1-44e2-823f-80eaa9e0c260::" providerId="AD" clId="Web-{EE45FD1D-398A-E34F-CB8E-9AFF520674D4}" dt="2025-11-05T03:29:45.689" v="125" actId="20577"/>
          <ac:spMkLst>
            <pc:docMk/>
            <pc:sldMk cId="205940087" sldId="268"/>
            <ac:spMk id="4" creationId="{51062121-83A9-9737-25AE-6B43230FB1CC}"/>
          </ac:spMkLst>
        </pc:spChg>
        <pc:spChg chg="mod">
          <ac:chgData name="Người dùng Khách" userId="S::urn:spo:tenantanon#beb8970a-3fe1-44e2-823f-80eaa9e0c260::" providerId="AD" clId="Web-{EE45FD1D-398A-E34F-CB8E-9AFF520674D4}" dt="2025-11-05T03:29:48.361" v="126" actId="20577"/>
          <ac:spMkLst>
            <pc:docMk/>
            <pc:sldMk cId="205940087" sldId="268"/>
            <ac:spMk id="11" creationId="{E688DAC7-6647-1A0E-35CD-F305C0D25179}"/>
          </ac:spMkLst>
        </pc:spChg>
      </pc:sldChg>
      <pc:sldChg chg="modSp">
        <pc:chgData name="Người dùng Khách" userId="S::urn:spo:tenantanon#beb8970a-3fe1-44e2-823f-80eaa9e0c260::" providerId="AD" clId="Web-{EE45FD1D-398A-E34F-CB8E-9AFF520674D4}" dt="2025-11-05T03:25:54.858" v="82" actId="20577"/>
        <pc:sldMkLst>
          <pc:docMk/>
          <pc:sldMk cId="4066683900" sldId="269"/>
        </pc:sldMkLst>
        <pc:spChg chg="mod">
          <ac:chgData name="Người dùng Khách" userId="S::urn:spo:tenantanon#beb8970a-3fe1-44e2-823f-80eaa9e0c260::" providerId="AD" clId="Web-{EE45FD1D-398A-E34F-CB8E-9AFF520674D4}" dt="2025-11-05T03:25:54.858" v="82" actId="20577"/>
          <ac:spMkLst>
            <pc:docMk/>
            <pc:sldMk cId="4066683900" sldId="269"/>
            <ac:spMk id="3" creationId="{34CD05C8-0E97-14F3-6EEB-3F2EC4C40018}"/>
          </ac:spMkLst>
        </pc:spChg>
      </pc:sldChg>
      <pc:sldChg chg="modSp">
        <pc:chgData name="Người dùng Khách" userId="S::urn:spo:tenantanon#beb8970a-3fe1-44e2-823f-80eaa9e0c260::" providerId="AD" clId="Web-{EE45FD1D-398A-E34F-CB8E-9AFF520674D4}" dt="2025-11-05T03:40:19.132" v="158" actId="20577"/>
        <pc:sldMkLst>
          <pc:docMk/>
          <pc:sldMk cId="2921139363" sldId="271"/>
        </pc:sldMkLst>
        <pc:spChg chg="mod">
          <ac:chgData name="Người dùng Khách" userId="S::urn:spo:tenantanon#beb8970a-3fe1-44e2-823f-80eaa9e0c260::" providerId="AD" clId="Web-{EE45FD1D-398A-E34F-CB8E-9AFF520674D4}" dt="2025-11-05T03:20:17.321" v="39" actId="20577"/>
          <ac:spMkLst>
            <pc:docMk/>
            <pc:sldMk cId="2921139363" sldId="271"/>
            <ac:spMk id="4" creationId="{9B5E1AF5-0B1C-DDDD-8297-61F67B550597}"/>
          </ac:spMkLst>
        </pc:spChg>
        <pc:spChg chg="mod">
          <ac:chgData name="Người dùng Khách" userId="S::urn:spo:tenantanon#beb8970a-3fe1-44e2-823f-80eaa9e0c260::" providerId="AD" clId="Web-{EE45FD1D-398A-E34F-CB8E-9AFF520674D4}" dt="2025-11-05T03:26:18.765" v="84" actId="20577"/>
          <ac:spMkLst>
            <pc:docMk/>
            <pc:sldMk cId="2921139363" sldId="271"/>
            <ac:spMk id="5" creationId="{EAFAD3A0-4280-CDB3-944F-A72C6B5475F8}"/>
          </ac:spMkLst>
        </pc:spChg>
        <pc:spChg chg="mod">
          <ac:chgData name="Người dùng Khách" userId="S::urn:spo:tenantanon#beb8970a-3fe1-44e2-823f-80eaa9e0c260::" providerId="AD" clId="Web-{EE45FD1D-398A-E34F-CB8E-9AFF520674D4}" dt="2025-11-05T03:39:10.224" v="155" actId="14100"/>
          <ac:spMkLst>
            <pc:docMk/>
            <pc:sldMk cId="2921139363" sldId="271"/>
            <ac:spMk id="41" creationId="{3FD859F0-84FF-7035-CC3A-7C7B4DCA912D}"/>
          </ac:spMkLst>
        </pc:spChg>
        <pc:spChg chg="mod">
          <ac:chgData name="Người dùng Khách" userId="S::urn:spo:tenantanon#beb8970a-3fe1-44e2-823f-80eaa9e0c260::" providerId="AD" clId="Web-{EE45FD1D-398A-E34F-CB8E-9AFF520674D4}" dt="2025-11-05T03:40:19.132" v="158" actId="20577"/>
          <ac:spMkLst>
            <pc:docMk/>
            <pc:sldMk cId="2921139363" sldId="271"/>
            <ac:spMk id="42" creationId="{61CBDE2F-D7F8-B6D4-C96C-167D2F6C00D0}"/>
          </ac:spMkLst>
        </pc:spChg>
      </pc:sldChg>
      <pc:sldChg chg="modSp">
        <pc:chgData name="Người dùng Khách" userId="S::urn:spo:tenantanon#beb8970a-3fe1-44e2-823f-80eaa9e0c260::" providerId="AD" clId="Web-{EE45FD1D-398A-E34F-CB8E-9AFF520674D4}" dt="2025-11-05T03:32:11.237" v="139" actId="20577"/>
        <pc:sldMkLst>
          <pc:docMk/>
          <pc:sldMk cId="633308912" sldId="272"/>
        </pc:sldMkLst>
        <pc:spChg chg="mod">
          <ac:chgData name="Người dùng Khách" userId="S::urn:spo:tenantanon#beb8970a-3fe1-44e2-823f-80eaa9e0c260::" providerId="AD" clId="Web-{EE45FD1D-398A-E34F-CB8E-9AFF520674D4}" dt="2025-11-05T03:32:11.237" v="139" actId="20577"/>
          <ac:spMkLst>
            <pc:docMk/>
            <pc:sldMk cId="633308912" sldId="272"/>
            <ac:spMk id="4" creationId="{F26178B3-ECD7-B962-A31E-0FC835AB4588}"/>
          </ac:spMkLst>
        </pc:spChg>
        <pc:spChg chg="mod">
          <ac:chgData name="Người dùng Khách" userId="S::urn:spo:tenantanon#beb8970a-3fe1-44e2-823f-80eaa9e0c260::" providerId="AD" clId="Web-{EE45FD1D-398A-E34F-CB8E-9AFF520674D4}" dt="2025-11-05T03:26:23.468" v="86" actId="20577"/>
          <ac:spMkLst>
            <pc:docMk/>
            <pc:sldMk cId="633308912" sldId="272"/>
            <ac:spMk id="5" creationId="{0390AF46-191B-4B8B-95CD-5462695813DB}"/>
          </ac:spMkLst>
        </pc:spChg>
      </pc:sldChg>
      <pc:sldChg chg="modSp">
        <pc:chgData name="Người dùng Khách" userId="S::urn:spo:tenantanon#beb8970a-3fe1-44e2-823f-80eaa9e0c260::" providerId="AD" clId="Web-{EE45FD1D-398A-E34F-CB8E-9AFF520674D4}" dt="2025-11-05T03:30:57.611" v="136" actId="20577"/>
        <pc:sldMkLst>
          <pc:docMk/>
          <pc:sldMk cId="2996664252" sldId="273"/>
        </pc:sldMkLst>
        <pc:spChg chg="mod">
          <ac:chgData name="Người dùng Khách" userId="S::urn:spo:tenantanon#beb8970a-3fe1-44e2-823f-80eaa9e0c260::" providerId="AD" clId="Web-{EE45FD1D-398A-E34F-CB8E-9AFF520674D4}" dt="2025-11-05T03:22:55.901" v="62" actId="20577"/>
          <ac:spMkLst>
            <pc:docMk/>
            <pc:sldMk cId="2996664252" sldId="273"/>
            <ac:spMk id="3" creationId="{E345D10D-3106-66DB-3B25-7E38D7336C95}"/>
          </ac:spMkLst>
        </pc:spChg>
        <pc:spChg chg="mod">
          <ac:chgData name="Người dùng Khách" userId="S::urn:spo:tenantanon#beb8970a-3fe1-44e2-823f-80eaa9e0c260::" providerId="AD" clId="Web-{EE45FD1D-398A-E34F-CB8E-9AFF520674D4}" dt="2025-11-05T03:30:57.611" v="136" actId="20577"/>
          <ac:spMkLst>
            <pc:docMk/>
            <pc:sldMk cId="2996664252" sldId="273"/>
            <ac:spMk id="4" creationId="{2C05AC50-7CBB-C98E-6713-239D94FBC95F}"/>
          </ac:spMkLst>
        </pc:spChg>
      </pc:sldChg>
      <pc:sldChg chg="modSp">
        <pc:chgData name="Người dùng Khách" userId="S::urn:spo:tenantanon#beb8970a-3fe1-44e2-823f-80eaa9e0c260::" providerId="AD" clId="Web-{EE45FD1D-398A-E34F-CB8E-9AFF520674D4}" dt="2025-11-05T03:26:28.046" v="87" actId="20577"/>
        <pc:sldMkLst>
          <pc:docMk/>
          <pc:sldMk cId="2458993530" sldId="275"/>
        </pc:sldMkLst>
        <pc:spChg chg="mod">
          <ac:chgData name="Người dùng Khách" userId="S::urn:spo:tenantanon#beb8970a-3fe1-44e2-823f-80eaa9e0c260::" providerId="AD" clId="Web-{EE45FD1D-398A-E34F-CB8E-9AFF520674D4}" dt="2025-11-05T03:26:28.046" v="87" actId="20577"/>
          <ac:spMkLst>
            <pc:docMk/>
            <pc:sldMk cId="2458993530" sldId="275"/>
            <ac:spMk id="3" creationId="{522EB44C-83AD-84DF-EBBC-4CD91FA6D9ED}"/>
          </ac:spMkLst>
        </pc:spChg>
        <pc:spChg chg="mod">
          <ac:chgData name="Người dùng Khách" userId="S::urn:spo:tenantanon#beb8970a-3fe1-44e2-823f-80eaa9e0c260::" providerId="AD" clId="Web-{EE45FD1D-398A-E34F-CB8E-9AFF520674D4}" dt="2025-11-05T03:20:41.492" v="41" actId="20577"/>
          <ac:spMkLst>
            <pc:docMk/>
            <pc:sldMk cId="2458993530" sldId="275"/>
            <ac:spMk id="4" creationId="{39C47E38-B24C-CFBF-0154-F38362C566C9}"/>
          </ac:spMkLst>
        </pc:spChg>
      </pc:sldChg>
      <pc:sldChg chg="modSp">
        <pc:chgData name="Người dùng Khách" userId="S::urn:spo:tenantanon#beb8970a-3fe1-44e2-823f-80eaa9e0c260::" providerId="AD" clId="Web-{EE45FD1D-398A-E34F-CB8E-9AFF520674D4}" dt="2025-11-05T03:44:43.512" v="198" actId="20577"/>
        <pc:sldMkLst>
          <pc:docMk/>
          <pc:sldMk cId="1692450546" sldId="276"/>
        </pc:sldMkLst>
        <pc:spChg chg="mod">
          <ac:chgData name="Người dùng Khách" userId="S::urn:spo:tenantanon#beb8970a-3fe1-44e2-823f-80eaa9e0c260::" providerId="AD" clId="Web-{EE45FD1D-398A-E34F-CB8E-9AFF520674D4}" dt="2025-11-05T03:26:36.109" v="88" actId="20577"/>
          <ac:spMkLst>
            <pc:docMk/>
            <pc:sldMk cId="1692450546" sldId="276"/>
            <ac:spMk id="3" creationId="{55186DF8-7E4A-08D7-B87E-AA7D419312E1}"/>
          </ac:spMkLst>
        </pc:spChg>
        <pc:spChg chg="mod">
          <ac:chgData name="Người dùng Khách" userId="S::urn:spo:tenantanon#beb8970a-3fe1-44e2-823f-80eaa9e0c260::" providerId="AD" clId="Web-{EE45FD1D-398A-E34F-CB8E-9AFF520674D4}" dt="2025-11-05T03:20:54.008" v="42" actId="20577"/>
          <ac:spMkLst>
            <pc:docMk/>
            <pc:sldMk cId="1692450546" sldId="276"/>
            <ac:spMk id="4" creationId="{B9C76DA8-A844-0F5B-C9EC-20788A6225DB}"/>
          </ac:spMkLst>
        </pc:spChg>
        <pc:spChg chg="mod">
          <ac:chgData name="Người dùng Khách" userId="S::urn:spo:tenantanon#beb8970a-3fe1-44e2-823f-80eaa9e0c260::" providerId="AD" clId="Web-{EE45FD1D-398A-E34F-CB8E-9AFF520674D4}" dt="2025-11-05T03:44:16.090" v="188" actId="1076"/>
          <ac:spMkLst>
            <pc:docMk/>
            <pc:sldMk cId="1692450546" sldId="276"/>
            <ac:spMk id="6" creationId="{CF85B03F-80EB-A72D-31EC-8EE1DAA0B308}"/>
          </ac:spMkLst>
        </pc:spChg>
        <pc:spChg chg="mod">
          <ac:chgData name="Người dùng Khách" userId="S::urn:spo:tenantanon#beb8970a-3fe1-44e2-823f-80eaa9e0c260::" providerId="AD" clId="Web-{EE45FD1D-398A-E34F-CB8E-9AFF520674D4}" dt="2025-11-05T03:44:06.433" v="185" actId="14100"/>
          <ac:spMkLst>
            <pc:docMk/>
            <pc:sldMk cId="1692450546" sldId="276"/>
            <ac:spMk id="7" creationId="{8F0784EB-E691-87C7-6BA2-29E3C8DA6399}"/>
          </ac:spMkLst>
        </pc:spChg>
        <pc:spChg chg="mod">
          <ac:chgData name="Người dùng Khách" userId="S::urn:spo:tenantanon#beb8970a-3fe1-44e2-823f-80eaa9e0c260::" providerId="AD" clId="Web-{EE45FD1D-398A-E34F-CB8E-9AFF520674D4}" dt="2025-11-05T03:44:04.339" v="184" actId="14100"/>
          <ac:spMkLst>
            <pc:docMk/>
            <pc:sldMk cId="1692450546" sldId="276"/>
            <ac:spMk id="12" creationId="{9315DE69-DD7D-5912-BB35-A91E461C2E8A}"/>
          </ac:spMkLst>
        </pc:spChg>
        <pc:spChg chg="mod">
          <ac:chgData name="Người dùng Khách" userId="S::urn:spo:tenantanon#beb8970a-3fe1-44e2-823f-80eaa9e0c260::" providerId="AD" clId="Web-{EE45FD1D-398A-E34F-CB8E-9AFF520674D4}" dt="2025-11-05T03:44:09.902" v="186" actId="14100"/>
          <ac:spMkLst>
            <pc:docMk/>
            <pc:sldMk cId="1692450546" sldId="276"/>
            <ac:spMk id="24" creationId="{A9D60B79-5B24-AB0E-9E45-194602095793}"/>
          </ac:spMkLst>
        </pc:spChg>
        <pc:spChg chg="mod">
          <ac:chgData name="Người dùng Khách" userId="S::urn:spo:tenantanon#beb8970a-3fe1-44e2-823f-80eaa9e0c260::" providerId="AD" clId="Web-{EE45FD1D-398A-E34F-CB8E-9AFF520674D4}" dt="2025-11-05T03:44:27.996" v="192" actId="20577"/>
          <ac:spMkLst>
            <pc:docMk/>
            <pc:sldMk cId="1692450546" sldId="276"/>
            <ac:spMk id="27" creationId="{1AF19AB1-24A6-85DD-184B-5775FE962C4E}"/>
          </ac:spMkLst>
        </pc:spChg>
        <pc:spChg chg="mod">
          <ac:chgData name="Người dùng Khách" userId="S::urn:spo:tenantanon#beb8970a-3fe1-44e2-823f-80eaa9e0c260::" providerId="AD" clId="Web-{EE45FD1D-398A-E34F-CB8E-9AFF520674D4}" dt="2025-11-05T03:44:33.777" v="194" actId="20577"/>
          <ac:spMkLst>
            <pc:docMk/>
            <pc:sldMk cId="1692450546" sldId="276"/>
            <ac:spMk id="30" creationId="{B2BA3F6F-F37D-24CA-C8AB-D997205CEEEE}"/>
          </ac:spMkLst>
        </pc:spChg>
        <pc:spChg chg="mod">
          <ac:chgData name="Người dùng Khách" userId="S::urn:spo:tenantanon#beb8970a-3fe1-44e2-823f-80eaa9e0c260::" providerId="AD" clId="Web-{EE45FD1D-398A-E34F-CB8E-9AFF520674D4}" dt="2025-11-05T03:44:24.027" v="190" actId="1076"/>
          <ac:spMkLst>
            <pc:docMk/>
            <pc:sldMk cId="1692450546" sldId="276"/>
            <ac:spMk id="32" creationId="{C3ED578C-B67A-04A5-36AE-C742972579EC}"/>
          </ac:spMkLst>
        </pc:spChg>
        <pc:spChg chg="mod">
          <ac:chgData name="Người dùng Khách" userId="S::urn:spo:tenantanon#beb8970a-3fe1-44e2-823f-80eaa9e0c260::" providerId="AD" clId="Web-{EE45FD1D-398A-E34F-CB8E-9AFF520674D4}" dt="2025-11-05T03:44:38.918" v="196" actId="20577"/>
          <ac:spMkLst>
            <pc:docMk/>
            <pc:sldMk cId="1692450546" sldId="276"/>
            <ac:spMk id="34" creationId="{9B8D711F-D958-F6D7-EEA1-D0B18A83BEF3}"/>
          </ac:spMkLst>
        </pc:spChg>
        <pc:spChg chg="mod">
          <ac:chgData name="Người dùng Khách" userId="S::urn:spo:tenantanon#beb8970a-3fe1-44e2-823f-80eaa9e0c260::" providerId="AD" clId="Web-{EE45FD1D-398A-E34F-CB8E-9AFF520674D4}" dt="2025-11-05T03:44:43.512" v="198" actId="20577"/>
          <ac:spMkLst>
            <pc:docMk/>
            <pc:sldMk cId="1692450546" sldId="276"/>
            <ac:spMk id="36" creationId="{264DA7F1-19DB-6658-C741-2ED6880C0F36}"/>
          </ac:spMkLst>
        </pc:spChg>
      </pc:sldChg>
      <pc:sldChg chg="modSp">
        <pc:chgData name="Người dùng Khách" userId="S::urn:spo:tenantanon#beb8970a-3fe1-44e2-823f-80eaa9e0c260::" providerId="AD" clId="Web-{EE45FD1D-398A-E34F-CB8E-9AFF520674D4}" dt="2025-11-05T03:45:04.465" v="203" actId="14100"/>
        <pc:sldMkLst>
          <pc:docMk/>
          <pc:sldMk cId="3806161118" sldId="277"/>
        </pc:sldMkLst>
        <pc:spChg chg="mod">
          <ac:chgData name="Người dùng Khách" userId="S::urn:spo:tenantanon#beb8970a-3fe1-44e2-823f-80eaa9e0c260::" providerId="AD" clId="Web-{EE45FD1D-398A-E34F-CB8E-9AFF520674D4}" dt="2025-11-05T03:26:43.687" v="90" actId="20577"/>
          <ac:spMkLst>
            <pc:docMk/>
            <pc:sldMk cId="3806161118" sldId="277"/>
            <ac:spMk id="3" creationId="{B3341E0B-C95B-BB72-E748-8A7630620A7D}"/>
          </ac:spMkLst>
        </pc:spChg>
        <pc:spChg chg="mod">
          <ac:chgData name="Người dùng Khách" userId="S::urn:spo:tenantanon#beb8970a-3fe1-44e2-823f-80eaa9e0c260::" providerId="AD" clId="Web-{EE45FD1D-398A-E34F-CB8E-9AFF520674D4}" dt="2025-11-05T03:29:08.564" v="121" actId="20577"/>
          <ac:spMkLst>
            <pc:docMk/>
            <pc:sldMk cId="3806161118" sldId="277"/>
            <ac:spMk id="4" creationId="{E6FEA61B-F352-CC90-9C09-330671BA5B72}"/>
          </ac:spMkLst>
        </pc:spChg>
        <pc:spChg chg="mod">
          <ac:chgData name="Người dùng Khách" userId="S::urn:spo:tenantanon#beb8970a-3fe1-44e2-823f-80eaa9e0c260::" providerId="AD" clId="Web-{EE45FD1D-398A-E34F-CB8E-9AFF520674D4}" dt="2025-11-05T03:44:55.871" v="202" actId="20577"/>
          <ac:spMkLst>
            <pc:docMk/>
            <pc:sldMk cId="3806161118" sldId="277"/>
            <ac:spMk id="5" creationId="{174AF74A-DD98-F388-CCD8-A0861E2E29F4}"/>
          </ac:spMkLst>
        </pc:spChg>
        <pc:spChg chg="mod">
          <ac:chgData name="Người dùng Khách" userId="S::urn:spo:tenantanon#beb8970a-3fe1-44e2-823f-80eaa9e0c260::" providerId="AD" clId="Web-{EE45FD1D-398A-E34F-CB8E-9AFF520674D4}" dt="2025-11-05T03:28:57.704" v="119" actId="1076"/>
          <ac:spMkLst>
            <pc:docMk/>
            <pc:sldMk cId="3806161118" sldId="277"/>
            <ac:spMk id="6" creationId="{D415F0C0-43AA-9D69-944B-91BC85D73522}"/>
          </ac:spMkLst>
        </pc:spChg>
        <pc:spChg chg="mod">
          <ac:chgData name="Người dùng Khách" userId="S::urn:spo:tenantanon#beb8970a-3fe1-44e2-823f-80eaa9e0c260::" providerId="AD" clId="Web-{EE45FD1D-398A-E34F-CB8E-9AFF520674D4}" dt="2025-11-05T03:45:04.465" v="203" actId="14100"/>
          <ac:spMkLst>
            <pc:docMk/>
            <pc:sldMk cId="3806161118" sldId="277"/>
            <ac:spMk id="9" creationId="{C70DEFDF-8857-B4C9-6625-6A62DD699FC7}"/>
          </ac:spMkLst>
        </pc:spChg>
      </pc:sldChg>
      <pc:sldChg chg="modSp">
        <pc:chgData name="Người dùng Khách" userId="S::urn:spo:tenantanon#beb8970a-3fe1-44e2-823f-80eaa9e0c260::" providerId="AD" clId="Web-{EE45FD1D-398A-E34F-CB8E-9AFF520674D4}" dt="2025-11-05T03:45:43.372" v="210" actId="20577"/>
        <pc:sldMkLst>
          <pc:docMk/>
          <pc:sldMk cId="251852098" sldId="278"/>
        </pc:sldMkLst>
        <pc:spChg chg="mod">
          <ac:chgData name="Người dùng Khách" userId="S::urn:spo:tenantanon#beb8970a-3fe1-44e2-823f-80eaa9e0c260::" providerId="AD" clId="Web-{EE45FD1D-398A-E34F-CB8E-9AFF520674D4}" dt="2025-11-05T03:27:00.265" v="96" actId="20577"/>
          <ac:spMkLst>
            <pc:docMk/>
            <pc:sldMk cId="251852098" sldId="278"/>
            <ac:spMk id="3" creationId="{FBD39A86-2210-BBBF-168B-46B6AC07767A}"/>
          </ac:spMkLst>
        </pc:spChg>
        <pc:spChg chg="mod">
          <ac:chgData name="Người dùng Khách" userId="S::urn:spo:tenantanon#beb8970a-3fe1-44e2-823f-80eaa9e0c260::" providerId="AD" clId="Web-{EE45FD1D-398A-E34F-CB8E-9AFF520674D4}" dt="2025-11-05T03:21:27.961" v="52" actId="20577"/>
          <ac:spMkLst>
            <pc:docMk/>
            <pc:sldMk cId="251852098" sldId="278"/>
            <ac:spMk id="4" creationId="{86ACBCF0-7E8D-A7F3-7631-C323F77BFFDB}"/>
          </ac:spMkLst>
        </pc:spChg>
        <pc:spChg chg="mod">
          <ac:chgData name="Người dùng Khách" userId="S::urn:spo:tenantanon#beb8970a-3fe1-44e2-823f-80eaa9e0c260::" providerId="AD" clId="Web-{EE45FD1D-398A-E34F-CB8E-9AFF520674D4}" dt="2025-11-05T03:45:43.372" v="210" actId="20577"/>
          <ac:spMkLst>
            <pc:docMk/>
            <pc:sldMk cId="251852098" sldId="278"/>
            <ac:spMk id="5" creationId="{7B457C3A-7CCD-B70D-DA02-2CD0F8839C85}"/>
          </ac:spMkLst>
        </pc:spChg>
      </pc:sldChg>
      <pc:sldChg chg="modSp">
        <pc:chgData name="Người dùng Khách" userId="S::urn:spo:tenantanon#beb8970a-3fe1-44e2-823f-80eaa9e0c260::" providerId="AD" clId="Web-{EE45FD1D-398A-E34F-CB8E-9AFF520674D4}" dt="2025-11-05T03:28:40.251" v="112" actId="20577"/>
        <pc:sldMkLst>
          <pc:docMk/>
          <pc:sldMk cId="1422948972" sldId="279"/>
        </pc:sldMkLst>
        <pc:spChg chg="mod">
          <ac:chgData name="Người dùng Khách" userId="S::urn:spo:tenantanon#beb8970a-3fe1-44e2-823f-80eaa9e0c260::" providerId="AD" clId="Web-{EE45FD1D-398A-E34F-CB8E-9AFF520674D4}" dt="2025-11-05T03:26:57.047" v="94" actId="20577"/>
          <ac:spMkLst>
            <pc:docMk/>
            <pc:sldMk cId="1422948972" sldId="279"/>
            <ac:spMk id="3" creationId="{FC3401F0-5D21-4493-4C23-F029026F7B00}"/>
          </ac:spMkLst>
        </pc:spChg>
        <pc:spChg chg="mod">
          <ac:chgData name="Người dùng Khách" userId="S::urn:spo:tenantanon#beb8970a-3fe1-44e2-823f-80eaa9e0c260::" providerId="AD" clId="Web-{EE45FD1D-398A-E34F-CB8E-9AFF520674D4}" dt="2025-11-05T03:28:40.251" v="112" actId="20577"/>
          <ac:spMkLst>
            <pc:docMk/>
            <pc:sldMk cId="1422948972" sldId="279"/>
            <ac:spMk id="4" creationId="{5B4F0DEC-54BC-A933-0A14-404399C1C070}"/>
          </ac:spMkLst>
        </pc:spChg>
      </pc:sldChg>
      <pc:sldChg chg="modSp">
        <pc:chgData name="Người dùng Khách" userId="S::urn:spo:tenantanon#beb8970a-3fe1-44e2-823f-80eaa9e0c260::" providerId="AD" clId="Web-{EE45FD1D-398A-E34F-CB8E-9AFF520674D4}" dt="2025-11-05T03:27:12.469" v="100" actId="20577"/>
        <pc:sldMkLst>
          <pc:docMk/>
          <pc:sldMk cId="3838968665" sldId="280"/>
        </pc:sldMkLst>
        <pc:spChg chg="mod">
          <ac:chgData name="Người dùng Khách" userId="S::urn:spo:tenantanon#beb8970a-3fe1-44e2-823f-80eaa9e0c260::" providerId="AD" clId="Web-{EE45FD1D-398A-E34F-CB8E-9AFF520674D4}" dt="2025-11-05T03:27:12.469" v="100" actId="20577"/>
          <ac:spMkLst>
            <pc:docMk/>
            <pc:sldMk cId="3838968665" sldId="280"/>
            <ac:spMk id="3" creationId="{C28F4508-024A-C593-1951-A95F1A798A07}"/>
          </ac:spMkLst>
        </pc:spChg>
      </pc:sldChg>
      <pc:sldChg chg="modSp">
        <pc:chgData name="Người dùng Khách" userId="S::urn:spo:tenantanon#beb8970a-3fe1-44e2-823f-80eaa9e0c260::" providerId="AD" clId="Web-{EE45FD1D-398A-E34F-CB8E-9AFF520674D4}" dt="2025-11-05T03:27:17.891" v="103" actId="20577"/>
        <pc:sldMkLst>
          <pc:docMk/>
          <pc:sldMk cId="3713573749" sldId="281"/>
        </pc:sldMkLst>
        <pc:spChg chg="mod">
          <ac:chgData name="Người dùng Khách" userId="S::urn:spo:tenantanon#beb8970a-3fe1-44e2-823f-80eaa9e0c260::" providerId="AD" clId="Web-{EE45FD1D-398A-E34F-CB8E-9AFF520674D4}" dt="2025-11-05T03:27:17.891" v="103" actId="20577"/>
          <ac:spMkLst>
            <pc:docMk/>
            <pc:sldMk cId="3713573749" sldId="281"/>
            <ac:spMk id="3" creationId="{E261CD21-055C-77EA-4AEC-7A8D74909AFA}"/>
          </ac:spMkLst>
        </pc:spChg>
      </pc:sldChg>
      <pc:sldChg chg="modSp">
        <pc:chgData name="Người dùng Khách" userId="S::urn:spo:tenantanon#beb8970a-3fe1-44e2-823f-80eaa9e0c260::" providerId="AD" clId="Web-{EE45FD1D-398A-E34F-CB8E-9AFF520674D4}" dt="2025-11-05T03:46:40.685" v="222" actId="14100"/>
        <pc:sldMkLst>
          <pc:docMk/>
          <pc:sldMk cId="1370318831" sldId="282"/>
        </pc:sldMkLst>
        <pc:spChg chg="mod">
          <ac:chgData name="Người dùng Khách" userId="S::urn:spo:tenantanon#beb8970a-3fe1-44e2-823f-80eaa9e0c260::" providerId="AD" clId="Web-{EE45FD1D-398A-E34F-CB8E-9AFF520674D4}" dt="2025-11-05T03:27:25.906" v="105" actId="20577"/>
          <ac:spMkLst>
            <pc:docMk/>
            <pc:sldMk cId="1370318831" sldId="282"/>
            <ac:spMk id="3" creationId="{052A19D1-3D62-2498-7F88-6E9BA90ABE45}"/>
          </ac:spMkLst>
        </pc:spChg>
        <pc:spChg chg="mod">
          <ac:chgData name="Người dùng Khách" userId="S::urn:spo:tenantanon#beb8970a-3fe1-44e2-823f-80eaa9e0c260::" providerId="AD" clId="Web-{EE45FD1D-398A-E34F-CB8E-9AFF520674D4}" dt="2025-11-05T03:46:40.685" v="222" actId="14100"/>
          <ac:spMkLst>
            <pc:docMk/>
            <pc:sldMk cId="1370318831" sldId="282"/>
            <ac:spMk id="34" creationId="{C2001889-83C8-B3DC-ED83-8FC58F8E3B4D}"/>
          </ac:spMkLst>
        </pc:spChg>
        <pc:spChg chg="mod">
          <ac:chgData name="Người dùng Khách" userId="S::urn:spo:tenantanon#beb8970a-3fe1-44e2-823f-80eaa9e0c260::" providerId="AD" clId="Web-{EE45FD1D-398A-E34F-CB8E-9AFF520674D4}" dt="2025-11-05T03:46:29.591" v="220" actId="14100"/>
          <ac:spMkLst>
            <pc:docMk/>
            <pc:sldMk cId="1370318831" sldId="282"/>
            <ac:spMk id="35" creationId="{E3FED29E-7807-F5E5-4901-E60869F1A622}"/>
          </ac:spMkLst>
        </pc:spChg>
      </pc:sldChg>
      <pc:sldChg chg="modSp">
        <pc:chgData name="Người dùng Khách" userId="S::urn:spo:tenantanon#beb8970a-3fe1-44e2-823f-80eaa9e0c260::" providerId="AD" clId="Web-{EE45FD1D-398A-E34F-CB8E-9AFF520674D4}" dt="2025-11-05T03:27:35.406" v="108" actId="20577"/>
        <pc:sldMkLst>
          <pc:docMk/>
          <pc:sldMk cId="1114372865" sldId="283"/>
        </pc:sldMkLst>
        <pc:spChg chg="mod">
          <ac:chgData name="Người dùng Khách" userId="S::urn:spo:tenantanon#beb8970a-3fe1-44e2-823f-80eaa9e0c260::" providerId="AD" clId="Web-{EE45FD1D-398A-E34F-CB8E-9AFF520674D4}" dt="2025-11-05T03:27:35.406" v="108" actId="20577"/>
          <ac:spMkLst>
            <pc:docMk/>
            <pc:sldMk cId="1114372865" sldId="283"/>
            <ac:spMk id="3" creationId="{9D97CF1E-F3EB-EFAB-A004-05AC23193C62}"/>
          </ac:spMkLst>
        </pc:spChg>
      </pc:sldChg>
      <pc:sldChg chg="modSp">
        <pc:chgData name="Người dùng Khách" userId="S::urn:spo:tenantanon#beb8970a-3fe1-44e2-823f-80eaa9e0c260::" providerId="AD" clId="Web-{EE45FD1D-398A-E34F-CB8E-9AFF520674D4}" dt="2025-11-05T03:27:49.547" v="109" actId="20577"/>
        <pc:sldMkLst>
          <pc:docMk/>
          <pc:sldMk cId="3943299247" sldId="284"/>
        </pc:sldMkLst>
        <pc:spChg chg="mod">
          <ac:chgData name="Người dùng Khách" userId="S::urn:spo:tenantanon#beb8970a-3fe1-44e2-823f-80eaa9e0c260::" providerId="AD" clId="Web-{EE45FD1D-398A-E34F-CB8E-9AFF520674D4}" dt="2025-11-05T03:27:49.547" v="109" actId="20577"/>
          <ac:spMkLst>
            <pc:docMk/>
            <pc:sldMk cId="3943299247" sldId="284"/>
            <ac:spMk id="4" creationId="{E4D3946B-834A-E300-F736-C532E2ED7E74}"/>
          </ac:spMkLst>
        </pc:spChg>
      </pc:sldChg>
      <pc:sldChg chg="modSp">
        <pc:chgData name="Người dùng Khách" userId="S::urn:spo:tenantanon#beb8970a-3fe1-44e2-823f-80eaa9e0c260::" providerId="AD" clId="Web-{EE45FD1D-398A-E34F-CB8E-9AFF520674D4}" dt="2025-11-05T03:45:30.731" v="207" actId="20577"/>
        <pc:sldMkLst>
          <pc:docMk/>
          <pc:sldMk cId="309934168" sldId="285"/>
        </pc:sldMkLst>
        <pc:spChg chg="mod">
          <ac:chgData name="Người dùng Khách" userId="S::urn:spo:tenantanon#beb8970a-3fe1-44e2-823f-80eaa9e0c260::" providerId="AD" clId="Web-{EE45FD1D-398A-E34F-CB8E-9AFF520674D4}" dt="2025-11-05T03:28:49.235" v="117" actId="20577"/>
          <ac:spMkLst>
            <pc:docMk/>
            <pc:sldMk cId="309934168" sldId="285"/>
            <ac:spMk id="4" creationId="{0F450891-15FF-7995-E3EB-6F6F87482A76}"/>
          </ac:spMkLst>
        </pc:spChg>
        <pc:spChg chg="mod">
          <ac:chgData name="Người dùng Khách" userId="S::urn:spo:tenantanon#beb8970a-3fe1-44e2-823f-80eaa9e0c260::" providerId="AD" clId="Web-{EE45FD1D-398A-E34F-CB8E-9AFF520674D4}" dt="2025-11-05T03:45:26.559" v="206" actId="14100"/>
          <ac:spMkLst>
            <pc:docMk/>
            <pc:sldMk cId="309934168" sldId="285"/>
            <ac:spMk id="5" creationId="{1B0BEF54-64C7-9435-AA12-5C19F3D0FB21}"/>
          </ac:spMkLst>
        </pc:spChg>
        <pc:spChg chg="mod">
          <ac:chgData name="Người dùng Khách" userId="S::urn:spo:tenantanon#beb8970a-3fe1-44e2-823f-80eaa9e0c260::" providerId="AD" clId="Web-{EE45FD1D-398A-E34F-CB8E-9AFF520674D4}" dt="2025-11-05T03:45:30.731" v="207" actId="20577"/>
          <ac:spMkLst>
            <pc:docMk/>
            <pc:sldMk cId="309934168" sldId="285"/>
            <ac:spMk id="6" creationId="{A8622D03-9E76-5957-3AA4-DE24520C654B}"/>
          </ac:spMkLst>
        </pc:spChg>
        <pc:cxnChg chg="mod">
          <ac:chgData name="Người dùng Khách" userId="S::urn:spo:tenantanon#beb8970a-3fe1-44e2-823f-80eaa9e0c260::" providerId="AD" clId="Web-{EE45FD1D-398A-E34F-CB8E-9AFF520674D4}" dt="2025-11-05T03:45:26.559" v="206" actId="14100"/>
          <ac:cxnSpMkLst>
            <pc:docMk/>
            <pc:sldMk cId="309934168" sldId="285"/>
            <ac:cxnSpMk id="8" creationId="{01313977-72C0-78F3-4A3E-AF910E31EB3B}"/>
          </ac:cxnSpMkLst>
        </pc:cxnChg>
      </pc:sldChg>
      <pc:sldChg chg="modSp">
        <pc:chgData name="Người dùng Khách" userId="S::urn:spo:tenantanon#beb8970a-3fe1-44e2-823f-80eaa9e0c260::" providerId="AD" clId="Web-{EE45FD1D-398A-E34F-CB8E-9AFF520674D4}" dt="2025-11-05T03:31:25.987" v="137" actId="20577"/>
        <pc:sldMkLst>
          <pc:docMk/>
          <pc:sldMk cId="2059981924" sldId="286"/>
        </pc:sldMkLst>
        <pc:spChg chg="mod">
          <ac:chgData name="Người dùng Khách" userId="S::urn:spo:tenantanon#beb8970a-3fe1-44e2-823f-80eaa9e0c260::" providerId="AD" clId="Web-{EE45FD1D-398A-E34F-CB8E-9AFF520674D4}" dt="2025-11-05T03:27:04.390" v="98" actId="20577"/>
          <ac:spMkLst>
            <pc:docMk/>
            <pc:sldMk cId="2059981924" sldId="286"/>
            <ac:spMk id="3" creationId="{D26FC0E0-9683-A7D2-1FA8-E1D836877C36}"/>
          </ac:spMkLst>
        </pc:spChg>
        <pc:spChg chg="mod">
          <ac:chgData name="Người dùng Khách" userId="S::urn:spo:tenantanon#beb8970a-3fe1-44e2-823f-80eaa9e0c260::" providerId="AD" clId="Web-{EE45FD1D-398A-E34F-CB8E-9AFF520674D4}" dt="2025-11-05T03:31:25.987" v="137" actId="20577"/>
          <ac:spMkLst>
            <pc:docMk/>
            <pc:sldMk cId="2059981924" sldId="286"/>
            <ac:spMk id="4" creationId="{F5D39051-93F1-57A7-C0BE-87C17B838FC6}"/>
          </ac:spMkLst>
        </pc:spChg>
      </pc:sldChg>
      <pc:sldChg chg="modSp">
        <pc:chgData name="Người dùng Khách" userId="S::urn:spo:tenantanon#beb8970a-3fe1-44e2-823f-80eaa9e0c260::" providerId="AD" clId="Web-{EE45FD1D-398A-E34F-CB8E-9AFF520674D4}" dt="2025-11-05T03:26:51.797" v="92" actId="20577"/>
        <pc:sldMkLst>
          <pc:docMk/>
          <pc:sldMk cId="1421937386" sldId="287"/>
        </pc:sldMkLst>
        <pc:spChg chg="mod">
          <ac:chgData name="Người dùng Khách" userId="S::urn:spo:tenantanon#beb8970a-3fe1-44e2-823f-80eaa9e0c260::" providerId="AD" clId="Web-{EE45FD1D-398A-E34F-CB8E-9AFF520674D4}" dt="2025-11-05T03:26:51.797" v="92" actId="20577"/>
          <ac:spMkLst>
            <pc:docMk/>
            <pc:sldMk cId="1421937386" sldId="287"/>
            <ac:spMk id="3" creationId="{590F14F8-5315-00DA-C6EA-0A916B01C80C}"/>
          </ac:spMkLst>
        </pc:spChg>
        <pc:spChg chg="mod">
          <ac:chgData name="Người dùng Khách" userId="S::urn:spo:tenantanon#beb8970a-3fe1-44e2-823f-80eaa9e0c260::" providerId="AD" clId="Web-{EE45FD1D-398A-E34F-CB8E-9AFF520674D4}" dt="2025-11-05T03:21:10.618" v="46" actId="20577"/>
          <ac:spMkLst>
            <pc:docMk/>
            <pc:sldMk cId="1421937386" sldId="287"/>
            <ac:spMk id="4" creationId="{33A373C6-9DA7-2B7E-294C-564B104C655E}"/>
          </ac:spMkLst>
        </pc:spChg>
      </pc:sldChg>
      <pc:sldChg chg="modSp">
        <pc:chgData name="Người dùng Khách" userId="S::urn:spo:tenantanon#beb8970a-3fe1-44e2-823f-80eaa9e0c260::" providerId="AD" clId="Web-{EE45FD1D-398A-E34F-CB8E-9AFF520674D4}" dt="2025-11-05T03:27:58.547" v="110" actId="20577"/>
        <pc:sldMkLst>
          <pc:docMk/>
          <pc:sldMk cId="2666805792" sldId="288"/>
        </pc:sldMkLst>
      </pc:sldChg>
    </pc:docChg>
  </pc:docChgLst>
  <pc:docChgLst>
    <pc:chgData name="Phan Thị Phương Thảo" userId="5e20b118-a43f-40d0-b348-7c62f5161c57" providerId="ADAL" clId="{F6AAE106-DC48-40CA-B515-5811AE2EA96A}"/>
    <pc:docChg chg="undo custSel addSld delSld modSld sldOrd">
      <pc:chgData name="Phan Thị Phương Thảo" userId="5e20b118-a43f-40d0-b348-7c62f5161c57" providerId="ADAL" clId="{F6AAE106-DC48-40CA-B515-5811AE2EA96A}" dt="2025-11-13T09:47:50.805" v="13413" actId="14100"/>
      <pc:docMkLst>
        <pc:docMk/>
      </pc:docMkLst>
      <pc:sldChg chg="addSp modSp new del mod">
        <pc:chgData name="Phan Thị Phương Thảo" userId="5e20b118-a43f-40d0-b348-7c62f5161c57" providerId="ADAL" clId="{F6AAE106-DC48-40CA-B515-5811AE2EA96A}" dt="2025-11-04T17:20:15.946" v="10091" actId="47"/>
        <pc:sldMkLst>
          <pc:docMk/>
          <pc:sldMk cId="1066985901" sldId="256"/>
        </pc:sldMkLst>
      </pc:sldChg>
      <pc:sldChg chg="addSp delSp modSp add mod">
        <pc:chgData name="Phan Thị Phương Thảo" userId="5e20b118-a43f-40d0-b348-7c62f5161c57" providerId="ADAL" clId="{F6AAE106-DC48-40CA-B515-5811AE2EA96A}" dt="2025-11-05T07:43:41.329" v="13381" actId="1076"/>
        <pc:sldMkLst>
          <pc:docMk/>
          <pc:sldMk cId="3778929648" sldId="257"/>
        </pc:sldMkLst>
        <pc:spChg chg="add mod">
          <ac:chgData name="Phan Thị Phương Thảo" userId="5e20b118-a43f-40d0-b348-7c62f5161c57" providerId="ADAL" clId="{F6AAE106-DC48-40CA-B515-5811AE2EA96A}" dt="2025-11-05T07:43:15.515" v="13379" actId="208"/>
          <ac:spMkLst>
            <pc:docMk/>
            <pc:sldMk cId="3778929648" sldId="257"/>
            <ac:spMk id="2" creationId="{65BF57FB-6A3C-3466-CFF8-8D3452920581}"/>
          </ac:spMkLst>
        </pc:spChg>
        <pc:spChg chg="add mod">
          <ac:chgData name="Phan Thị Phương Thảo" userId="5e20b118-a43f-40d0-b348-7c62f5161c57" providerId="ADAL" clId="{F6AAE106-DC48-40CA-B515-5811AE2EA96A}" dt="2025-11-05T07:43:31.973" v="13380" actId="207"/>
          <ac:spMkLst>
            <pc:docMk/>
            <pc:sldMk cId="3778929648" sldId="257"/>
            <ac:spMk id="3" creationId="{E5148E10-1823-9453-1194-6D9EF26EBAE6}"/>
          </ac:spMkLst>
        </pc:spChg>
        <pc:picChg chg="add mod">
          <ac:chgData name="Phan Thị Phương Thảo" userId="5e20b118-a43f-40d0-b348-7c62f5161c57" providerId="ADAL" clId="{F6AAE106-DC48-40CA-B515-5811AE2EA96A}" dt="2025-11-05T07:43:41.329" v="13381" actId="1076"/>
          <ac:picMkLst>
            <pc:docMk/>
            <pc:sldMk cId="3778929648" sldId="257"/>
            <ac:picMk id="4" creationId="{BB04072F-3230-E3F6-D3DD-F67B70695654}"/>
          </ac:picMkLst>
        </pc:picChg>
      </pc:sldChg>
      <pc:sldChg chg="add del ord">
        <pc:chgData name="Phan Thị Phương Thảo" userId="5e20b118-a43f-40d0-b348-7c62f5161c57" providerId="ADAL" clId="{F6AAE106-DC48-40CA-B515-5811AE2EA96A}" dt="2025-11-04T18:44:09.762" v="11147" actId="47"/>
        <pc:sldMkLst>
          <pc:docMk/>
          <pc:sldMk cId="705391212" sldId="258"/>
        </pc:sldMkLst>
      </pc:sldChg>
      <pc:sldChg chg="addSp delSp modSp add mod">
        <pc:chgData name="Phan Thị Phương Thảo" userId="5e20b118-a43f-40d0-b348-7c62f5161c57" providerId="ADAL" clId="{F6AAE106-DC48-40CA-B515-5811AE2EA96A}" dt="2025-11-05T03:36:24.614" v="13305" actId="255"/>
        <pc:sldMkLst>
          <pc:docMk/>
          <pc:sldMk cId="4226613909" sldId="259"/>
        </pc:sldMkLst>
        <pc:spChg chg="mod">
          <ac:chgData name="Phan Thị Phương Thảo" userId="5e20b118-a43f-40d0-b348-7c62f5161c57" providerId="ADAL" clId="{F6AAE106-DC48-40CA-B515-5811AE2EA96A}" dt="2025-11-03T04:28:13.181" v="367" actId="20577"/>
          <ac:spMkLst>
            <pc:docMk/>
            <pc:sldMk cId="4226613909" sldId="259"/>
            <ac:spMk id="4" creationId="{ABC19814-827B-4C38-9EFA-6B4E6BDF9491}"/>
          </ac:spMkLst>
        </pc:spChg>
        <pc:spChg chg="add mod">
          <ac:chgData name="Phan Thị Phương Thảo" userId="5e20b118-a43f-40d0-b348-7c62f5161c57" providerId="ADAL" clId="{F6AAE106-DC48-40CA-B515-5811AE2EA96A}" dt="2025-11-03T04:32:15.219" v="371" actId="20577"/>
          <ac:spMkLst>
            <pc:docMk/>
            <pc:sldMk cId="4226613909" sldId="259"/>
            <ac:spMk id="5" creationId="{DB38B479-5FA2-6AF7-1A8F-FC6670C10F0D}"/>
          </ac:spMkLst>
        </pc:spChg>
        <pc:spChg chg="add mod">
          <ac:chgData name="Phan Thị Phương Thảo" userId="5e20b118-a43f-40d0-b348-7c62f5161c57" providerId="ADAL" clId="{F6AAE106-DC48-40CA-B515-5811AE2EA96A}" dt="2025-11-05T03:10:56.599" v="13263"/>
          <ac:spMkLst>
            <pc:docMk/>
            <pc:sldMk cId="4226613909" sldId="259"/>
            <ac:spMk id="6" creationId="{F160312F-6C38-09F7-2C31-A9A61099FBBB}"/>
          </ac:spMkLst>
        </pc:spChg>
        <pc:spChg chg="mod">
          <ac:chgData name="Phan Thị Phương Thảo" userId="5e20b118-a43f-40d0-b348-7c62f5161c57" providerId="ADAL" clId="{F6AAE106-DC48-40CA-B515-5811AE2EA96A}" dt="2025-11-05T03:36:24.614" v="13305" actId="255"/>
          <ac:spMkLst>
            <pc:docMk/>
            <pc:sldMk cId="4226613909" sldId="259"/>
            <ac:spMk id="8" creationId="{10135AAE-B3E8-203D-D913-1A0B6291B358}"/>
          </ac:spMkLst>
        </pc:spChg>
        <pc:spChg chg="add mod">
          <ac:chgData name="Phan Thị Phương Thảo" userId="5e20b118-a43f-40d0-b348-7c62f5161c57" providerId="ADAL" clId="{F6AAE106-DC48-40CA-B515-5811AE2EA96A}" dt="2025-11-05T03:32:32.060" v="13291" actId="1076"/>
          <ac:spMkLst>
            <pc:docMk/>
            <pc:sldMk cId="4226613909" sldId="259"/>
            <ac:spMk id="9" creationId="{129F67E3-C416-520B-E387-792386336528}"/>
          </ac:spMkLst>
        </pc:spChg>
        <pc:spChg chg="add mod">
          <ac:chgData name="Phan Thị Phương Thảo" userId="5e20b118-a43f-40d0-b348-7c62f5161c57" providerId="ADAL" clId="{F6AAE106-DC48-40CA-B515-5811AE2EA96A}" dt="2025-11-03T04:32:56.906" v="391" actId="1076"/>
          <ac:spMkLst>
            <pc:docMk/>
            <pc:sldMk cId="4226613909" sldId="259"/>
            <ac:spMk id="10" creationId="{BD5A94DA-BCFC-C454-14A5-A37337231279}"/>
          </ac:spMkLst>
        </pc:spChg>
        <pc:spChg chg="add mod">
          <ac:chgData name="Phan Thị Phương Thảo" userId="5e20b118-a43f-40d0-b348-7c62f5161c57" providerId="ADAL" clId="{F6AAE106-DC48-40CA-B515-5811AE2EA96A}" dt="2025-11-03T04:59:18.240" v="514" actId="1076"/>
          <ac:spMkLst>
            <pc:docMk/>
            <pc:sldMk cId="4226613909" sldId="259"/>
            <ac:spMk id="15" creationId="{CA2EE453-135B-9405-1FED-C64389FCBDD3}"/>
          </ac:spMkLst>
        </pc:spChg>
        <pc:spChg chg="add mod">
          <ac:chgData name="Phan Thị Phương Thảo" userId="5e20b118-a43f-40d0-b348-7c62f5161c57" providerId="ADAL" clId="{F6AAE106-DC48-40CA-B515-5811AE2EA96A}" dt="2025-11-03T04:59:13.537" v="513" actId="1076"/>
          <ac:spMkLst>
            <pc:docMk/>
            <pc:sldMk cId="4226613909" sldId="259"/>
            <ac:spMk id="17" creationId="{96649605-E225-7868-B445-02982D28B49D}"/>
          </ac:spMkLst>
        </pc:spChg>
        <pc:spChg chg="add mod">
          <ac:chgData name="Phan Thị Phương Thảo" userId="5e20b118-a43f-40d0-b348-7c62f5161c57" providerId="ADAL" clId="{F6AAE106-DC48-40CA-B515-5811AE2EA96A}" dt="2025-11-03T04:59:11.680" v="512" actId="1076"/>
          <ac:spMkLst>
            <pc:docMk/>
            <pc:sldMk cId="4226613909" sldId="259"/>
            <ac:spMk id="18" creationId="{E46A714F-67A3-3734-297A-CE5518F3EB05}"/>
          </ac:spMkLst>
        </pc:spChg>
        <pc:spChg chg="add mod">
          <ac:chgData name="Phan Thị Phương Thảo" userId="5e20b118-a43f-40d0-b348-7c62f5161c57" providerId="ADAL" clId="{F6AAE106-DC48-40CA-B515-5811AE2EA96A}" dt="2025-11-03T04:59:09.577" v="511" actId="1076"/>
          <ac:spMkLst>
            <pc:docMk/>
            <pc:sldMk cId="4226613909" sldId="259"/>
            <ac:spMk id="19" creationId="{28102D0D-000A-6C90-F1E8-6D379B4643EE}"/>
          </ac:spMkLst>
        </pc:spChg>
        <pc:spChg chg="add mod">
          <ac:chgData name="Phan Thị Phương Thảo" userId="5e20b118-a43f-40d0-b348-7c62f5161c57" providerId="ADAL" clId="{F6AAE106-DC48-40CA-B515-5811AE2EA96A}" dt="2025-11-03T04:59:07.317" v="510" actId="1076"/>
          <ac:spMkLst>
            <pc:docMk/>
            <pc:sldMk cId="4226613909" sldId="259"/>
            <ac:spMk id="20" creationId="{AFC90C6D-74D3-6634-9208-5204B3123A8A}"/>
          </ac:spMkLst>
        </pc:spChg>
        <pc:spChg chg="add mod">
          <ac:chgData name="Phan Thị Phương Thảo" userId="5e20b118-a43f-40d0-b348-7c62f5161c57" providerId="ADAL" clId="{F6AAE106-DC48-40CA-B515-5811AE2EA96A}" dt="2025-11-03T04:59:04.036" v="509" actId="1076"/>
          <ac:spMkLst>
            <pc:docMk/>
            <pc:sldMk cId="4226613909" sldId="259"/>
            <ac:spMk id="21" creationId="{129639A2-F3D3-1AE2-CDE8-9A884CB38A60}"/>
          </ac:spMkLst>
        </pc:spChg>
        <pc:spChg chg="add mod">
          <ac:chgData name="Phan Thị Phương Thảo" userId="5e20b118-a43f-40d0-b348-7c62f5161c57" providerId="ADAL" clId="{F6AAE106-DC48-40CA-B515-5811AE2EA96A}" dt="2025-11-03T04:58:57.196" v="508" actId="14100"/>
          <ac:spMkLst>
            <pc:docMk/>
            <pc:sldMk cId="4226613909" sldId="259"/>
            <ac:spMk id="22" creationId="{789BC096-F87A-F297-28E9-53A6044B250E}"/>
          </ac:spMkLst>
        </pc:spChg>
        <pc:spChg chg="add mod ord">
          <ac:chgData name="Phan Thị Phương Thảo" userId="5e20b118-a43f-40d0-b348-7c62f5161c57" providerId="ADAL" clId="{F6AAE106-DC48-40CA-B515-5811AE2EA96A}" dt="2025-11-03T04:58:39.779" v="507" actId="167"/>
          <ac:spMkLst>
            <pc:docMk/>
            <pc:sldMk cId="4226613909" sldId="259"/>
            <ac:spMk id="24" creationId="{FE8BC200-88D3-FFDB-BA62-DF3F71ADD8AF}"/>
          </ac:spMkLst>
        </pc:spChg>
        <pc:spChg chg="add mod">
          <ac:chgData name="Phan Thị Phương Thảo" userId="5e20b118-a43f-40d0-b348-7c62f5161c57" providerId="ADAL" clId="{F6AAE106-DC48-40CA-B515-5811AE2EA96A}" dt="2025-11-03T05:00:00.671" v="545" actId="1076"/>
          <ac:spMkLst>
            <pc:docMk/>
            <pc:sldMk cId="4226613909" sldId="259"/>
            <ac:spMk id="25" creationId="{A3A7D7AE-6199-55DE-B979-D755C43DB8DB}"/>
          </ac:spMkLst>
        </pc:spChg>
        <pc:picChg chg="add mod">
          <ac:chgData name="Phan Thị Phương Thảo" userId="5e20b118-a43f-40d0-b348-7c62f5161c57" providerId="ADAL" clId="{F6AAE106-DC48-40CA-B515-5811AE2EA96A}" dt="2025-11-05T03:10:56.599" v="13263"/>
          <ac:picMkLst>
            <pc:docMk/>
            <pc:sldMk cId="4226613909" sldId="259"/>
            <ac:picMk id="7" creationId="{1A34D94D-5434-C4C4-1CD0-AFF74DA8340D}"/>
          </ac:picMkLst>
        </pc:picChg>
        <pc:cxnChg chg="add mod">
          <ac:chgData name="Phan Thị Phương Thảo" userId="5e20b118-a43f-40d0-b348-7c62f5161c57" providerId="ADAL" clId="{F6AAE106-DC48-40CA-B515-5811AE2EA96A}" dt="2025-11-03T04:32:56.906" v="391" actId="1076"/>
          <ac:cxnSpMkLst>
            <pc:docMk/>
            <pc:sldMk cId="4226613909" sldId="259"/>
            <ac:cxnSpMk id="12" creationId="{7E402214-C95C-BC33-2BD9-978AB30F70AE}"/>
          </ac:cxnSpMkLst>
        </pc:cxnChg>
        <pc:cxnChg chg="add mod">
          <ac:chgData name="Phan Thị Phương Thảo" userId="5e20b118-a43f-40d0-b348-7c62f5161c57" providerId="ADAL" clId="{F6AAE106-DC48-40CA-B515-5811AE2EA96A}" dt="2025-11-03T06:10:50.366" v="551" actId="14100"/>
          <ac:cxnSpMkLst>
            <pc:docMk/>
            <pc:sldMk cId="4226613909" sldId="259"/>
            <ac:cxnSpMk id="26" creationId="{E38D86D4-70BC-32F6-3CAE-C4C919F21886}"/>
          </ac:cxnSpMkLst>
        </pc:cxnChg>
      </pc:sldChg>
      <pc:sldChg chg="addSp delSp modSp add mod">
        <pc:chgData name="Phan Thị Phương Thảo" userId="5e20b118-a43f-40d0-b348-7c62f5161c57" providerId="ADAL" clId="{F6AAE106-DC48-40CA-B515-5811AE2EA96A}" dt="2025-11-05T03:36:37.056" v="13307" actId="255"/>
        <pc:sldMkLst>
          <pc:docMk/>
          <pc:sldMk cId="261394998" sldId="260"/>
        </pc:sldMkLst>
        <pc:spChg chg="add mod">
          <ac:chgData name="Phan Thị Phương Thảo" userId="5e20b118-a43f-40d0-b348-7c62f5161c57" providerId="ADAL" clId="{F6AAE106-DC48-40CA-B515-5811AE2EA96A}" dt="2025-11-05T02:18:05.764" v="13218" actId="1076"/>
          <ac:spMkLst>
            <pc:docMk/>
            <pc:sldMk cId="261394998" sldId="260"/>
            <ac:spMk id="5" creationId="{2C141D03-0B41-E2FA-08B1-1B94555BF0A0}"/>
          </ac:spMkLst>
        </pc:spChg>
        <pc:spChg chg="add mod">
          <ac:chgData name="Phan Thị Phương Thảo" userId="5e20b118-a43f-40d0-b348-7c62f5161c57" providerId="ADAL" clId="{F6AAE106-DC48-40CA-B515-5811AE2EA96A}" dt="2025-11-05T03:11:02.051" v="13264"/>
          <ac:spMkLst>
            <pc:docMk/>
            <pc:sldMk cId="261394998" sldId="260"/>
            <ac:spMk id="6" creationId="{FB99D097-5E40-66B3-7307-152817C0D40C}"/>
          </ac:spMkLst>
        </pc:spChg>
        <pc:spChg chg="mod">
          <ac:chgData name="Phan Thị Phương Thảo" userId="5e20b118-a43f-40d0-b348-7c62f5161c57" providerId="ADAL" clId="{F6AAE106-DC48-40CA-B515-5811AE2EA96A}" dt="2025-11-05T03:36:37.056" v="13307" actId="255"/>
          <ac:spMkLst>
            <pc:docMk/>
            <pc:sldMk cId="261394998" sldId="260"/>
            <ac:spMk id="9" creationId="{683C7F70-48C1-F2A7-9240-14584FB7F3CF}"/>
          </ac:spMkLst>
        </pc:spChg>
        <pc:picChg chg="add mod">
          <ac:chgData name="Phan Thị Phương Thảo" userId="5e20b118-a43f-40d0-b348-7c62f5161c57" providerId="ADAL" clId="{F6AAE106-DC48-40CA-B515-5811AE2EA96A}" dt="2025-11-05T03:11:02.051" v="13264"/>
          <ac:picMkLst>
            <pc:docMk/>
            <pc:sldMk cId="261394998" sldId="260"/>
            <ac:picMk id="7" creationId="{46BCC2E1-1E0E-6B0A-F3B3-CE5DE5C88C45}"/>
          </ac:picMkLst>
        </pc:picChg>
        <pc:picChg chg="add mod">
          <ac:chgData name="Phan Thị Phương Thảo" userId="5e20b118-a43f-40d0-b348-7c62f5161c57" providerId="ADAL" clId="{F6AAE106-DC48-40CA-B515-5811AE2EA96A}" dt="2025-11-03T06:42:51.952" v="1053" actId="1076"/>
          <ac:picMkLst>
            <pc:docMk/>
            <pc:sldMk cId="261394998" sldId="260"/>
            <ac:picMk id="8" creationId="{530DCD58-9B47-5492-BA5E-B0897FFDCE06}"/>
          </ac:picMkLst>
        </pc:picChg>
      </pc:sldChg>
      <pc:sldChg chg="addSp delSp modSp add mod ord">
        <pc:chgData name="Phan Thị Phương Thảo" userId="5e20b118-a43f-40d0-b348-7c62f5161c57" providerId="ADAL" clId="{F6AAE106-DC48-40CA-B515-5811AE2EA96A}" dt="2025-11-05T03:36:07.899" v="13303" actId="1076"/>
        <pc:sldMkLst>
          <pc:docMk/>
          <pc:sldMk cId="594835473" sldId="261"/>
        </pc:sldMkLst>
        <pc:spChg chg="add mod">
          <ac:chgData name="Phan Thị Phương Thảo" userId="5e20b118-a43f-40d0-b348-7c62f5161c57" providerId="ADAL" clId="{F6AAE106-DC48-40CA-B515-5811AE2EA96A}" dt="2025-11-03T06:24:58.651" v="1018" actId="1076"/>
          <ac:spMkLst>
            <pc:docMk/>
            <pc:sldMk cId="594835473" sldId="261"/>
            <ac:spMk id="5" creationId="{70097C29-09CF-5A78-70CD-94DEAF95A687}"/>
          </ac:spMkLst>
        </pc:spChg>
        <pc:spChg chg="add mod">
          <ac:chgData name="Phan Thị Phương Thảo" userId="5e20b118-a43f-40d0-b348-7c62f5161c57" providerId="ADAL" clId="{F6AAE106-DC48-40CA-B515-5811AE2EA96A}" dt="2025-11-05T03:01:16.418" v="13238"/>
          <ac:spMkLst>
            <pc:docMk/>
            <pc:sldMk cId="594835473" sldId="261"/>
            <ac:spMk id="6" creationId="{71F6FDD8-A672-2A18-E2D8-A8FBF3D73749}"/>
          </ac:spMkLst>
        </pc:spChg>
        <pc:spChg chg="mod">
          <ac:chgData name="Phan Thị Phương Thảo" userId="5e20b118-a43f-40d0-b348-7c62f5161c57" providerId="ADAL" clId="{F6AAE106-DC48-40CA-B515-5811AE2EA96A}" dt="2025-11-05T03:36:07.899" v="13303" actId="1076"/>
          <ac:spMkLst>
            <pc:docMk/>
            <pc:sldMk cId="594835473" sldId="261"/>
            <ac:spMk id="10" creationId="{DE750EF9-71C6-0C97-EB1A-FD70A90B61D7}"/>
          </ac:spMkLst>
        </pc:spChg>
        <pc:picChg chg="add mod">
          <ac:chgData name="Phan Thị Phương Thảo" userId="5e20b118-a43f-40d0-b348-7c62f5161c57" providerId="ADAL" clId="{F6AAE106-DC48-40CA-B515-5811AE2EA96A}" dt="2025-11-03T06:31:15.460" v="1037" actId="14100"/>
          <ac:picMkLst>
            <pc:docMk/>
            <pc:sldMk cId="594835473" sldId="261"/>
            <ac:picMk id="7" creationId="{BB11CF67-B5B9-CD8D-A102-507B4FEE6B9F}"/>
          </ac:picMkLst>
        </pc:picChg>
        <pc:picChg chg="add mod">
          <ac:chgData name="Phan Thị Phương Thảo" userId="5e20b118-a43f-40d0-b348-7c62f5161c57" providerId="ADAL" clId="{F6AAE106-DC48-40CA-B515-5811AE2EA96A}" dt="2025-11-05T03:01:16.418" v="13238"/>
          <ac:picMkLst>
            <pc:docMk/>
            <pc:sldMk cId="594835473" sldId="261"/>
            <ac:picMk id="8" creationId="{668B531B-A7FC-9993-A1F1-CD804E300CE7}"/>
          </ac:picMkLst>
        </pc:picChg>
        <pc:picChg chg="add mod">
          <ac:chgData name="Phan Thị Phương Thảo" userId="5e20b118-a43f-40d0-b348-7c62f5161c57" providerId="ADAL" clId="{F6AAE106-DC48-40CA-B515-5811AE2EA96A}" dt="2025-11-03T06:31:10.441" v="1035" actId="1076"/>
          <ac:picMkLst>
            <pc:docMk/>
            <pc:sldMk cId="594835473" sldId="261"/>
            <ac:picMk id="9" creationId="{38C7FDE5-EFF8-7E9E-B7F3-53BE632496F3}"/>
          </ac:picMkLst>
        </pc:picChg>
      </pc:sldChg>
      <pc:sldChg chg="addSp delSp modSp add mod">
        <pc:chgData name="Phan Thị Phương Thảo" userId="5e20b118-a43f-40d0-b348-7c62f5161c57" providerId="ADAL" clId="{F6AAE106-DC48-40CA-B515-5811AE2EA96A}" dt="2025-11-05T03:36:48.351" v="13309" actId="255"/>
        <pc:sldMkLst>
          <pc:docMk/>
          <pc:sldMk cId="3673172357" sldId="262"/>
        </pc:sldMkLst>
        <pc:spChg chg="add mod">
          <ac:chgData name="Phan Thị Phương Thảo" userId="5e20b118-a43f-40d0-b348-7c62f5161c57" providerId="ADAL" clId="{F6AAE106-DC48-40CA-B515-5811AE2EA96A}" dt="2025-11-05T03:11:08.024" v="13265"/>
          <ac:spMkLst>
            <pc:docMk/>
            <pc:sldMk cId="3673172357" sldId="262"/>
            <ac:spMk id="5" creationId="{337866D5-5C9E-5C67-2634-E8AFAB27BA28}"/>
          </ac:spMkLst>
        </pc:spChg>
        <pc:spChg chg="add mod">
          <ac:chgData name="Phan Thị Phương Thảo" userId="5e20b118-a43f-40d0-b348-7c62f5161c57" providerId="ADAL" clId="{F6AAE106-DC48-40CA-B515-5811AE2EA96A}" dt="2025-11-04T19:02:35.761" v="13003" actId="1076"/>
          <ac:spMkLst>
            <pc:docMk/>
            <pc:sldMk cId="3673172357" sldId="262"/>
            <ac:spMk id="6" creationId="{7B453347-9C35-A098-0AFE-6DEC737DC6F2}"/>
          </ac:spMkLst>
        </pc:spChg>
        <pc:spChg chg="mod">
          <ac:chgData name="Phan Thị Phương Thảo" userId="5e20b118-a43f-40d0-b348-7c62f5161c57" providerId="ADAL" clId="{F6AAE106-DC48-40CA-B515-5811AE2EA96A}" dt="2025-11-05T03:36:48.351" v="13309" actId="255"/>
          <ac:spMkLst>
            <pc:docMk/>
            <pc:sldMk cId="3673172357" sldId="262"/>
            <ac:spMk id="8" creationId="{ED8F9763-B32C-0849-A524-F918AF26F9AA}"/>
          </ac:spMkLst>
        </pc:spChg>
        <pc:spChg chg="add mod">
          <ac:chgData name="Phan Thị Phương Thảo" userId="5e20b118-a43f-40d0-b348-7c62f5161c57" providerId="ADAL" clId="{F6AAE106-DC48-40CA-B515-5811AE2EA96A}" dt="2025-11-03T06:56:50.479" v="1171" actId="20577"/>
          <ac:spMkLst>
            <pc:docMk/>
            <pc:sldMk cId="3673172357" sldId="262"/>
            <ac:spMk id="11" creationId="{C1165C7C-7DBC-1F93-4A26-EBC8C269386B}"/>
          </ac:spMkLst>
        </pc:spChg>
        <pc:picChg chg="add mod">
          <ac:chgData name="Phan Thị Phương Thảo" userId="5e20b118-a43f-40d0-b348-7c62f5161c57" providerId="ADAL" clId="{F6AAE106-DC48-40CA-B515-5811AE2EA96A}" dt="2025-11-05T03:11:08.024" v="13265"/>
          <ac:picMkLst>
            <pc:docMk/>
            <pc:sldMk cId="3673172357" sldId="262"/>
            <ac:picMk id="7" creationId="{DAD48888-0654-1FB7-F892-03190CD3AB1C}"/>
          </ac:picMkLst>
        </pc:picChg>
        <pc:picChg chg="add mod">
          <ac:chgData name="Phan Thị Phương Thảo" userId="5e20b118-a43f-40d0-b348-7c62f5161c57" providerId="ADAL" clId="{F6AAE106-DC48-40CA-B515-5811AE2EA96A}" dt="2025-11-03T07:59:28.606" v="1516" actId="1076"/>
          <ac:picMkLst>
            <pc:docMk/>
            <pc:sldMk cId="3673172357" sldId="262"/>
            <ac:picMk id="10" creationId="{AF05F213-3964-6B4A-D8BD-2F631636681D}"/>
          </ac:picMkLst>
        </pc:picChg>
      </pc:sldChg>
      <pc:sldChg chg="addSp delSp modSp add del mod">
        <pc:chgData name="Phan Thị Phương Thảo" userId="5e20b118-a43f-40d0-b348-7c62f5161c57" providerId="ADAL" clId="{F6AAE106-DC48-40CA-B515-5811AE2EA96A}" dt="2025-11-04T17:20:18.283" v="10092" actId="47"/>
        <pc:sldMkLst>
          <pc:docMk/>
          <pc:sldMk cId="2692441480" sldId="263"/>
        </pc:sldMkLst>
      </pc:sldChg>
      <pc:sldChg chg="addSp delSp modSp add mod">
        <pc:chgData name="Phan Thị Phương Thảo" userId="5e20b118-a43f-40d0-b348-7c62f5161c57" providerId="ADAL" clId="{F6AAE106-DC48-40CA-B515-5811AE2EA96A}" dt="2025-11-05T03:37:29.423" v="13317" actId="255"/>
        <pc:sldMkLst>
          <pc:docMk/>
          <pc:sldMk cId="3615695329" sldId="264"/>
        </pc:sldMkLst>
        <pc:spChg chg="add mod">
          <ac:chgData name="Phan Thị Phương Thảo" userId="5e20b118-a43f-40d0-b348-7c62f5161c57" providerId="ADAL" clId="{F6AAE106-DC48-40CA-B515-5811AE2EA96A}" dt="2025-11-05T03:11:17.830" v="13266"/>
          <ac:spMkLst>
            <pc:docMk/>
            <pc:sldMk cId="3615695329" sldId="264"/>
            <ac:spMk id="5" creationId="{C7F11574-E3B1-06AD-B223-13229339D1DF}"/>
          </ac:spMkLst>
        </pc:spChg>
        <pc:spChg chg="mod">
          <ac:chgData name="Phan Thị Phương Thảo" userId="5e20b118-a43f-40d0-b348-7c62f5161c57" providerId="ADAL" clId="{F6AAE106-DC48-40CA-B515-5811AE2EA96A}" dt="2025-11-05T03:37:29.423" v="13317" actId="255"/>
          <ac:spMkLst>
            <pc:docMk/>
            <pc:sldMk cId="3615695329" sldId="264"/>
            <ac:spMk id="7" creationId="{77879A21-1489-6CCA-3DA0-522BF16D6C4C}"/>
          </ac:spMkLst>
        </pc:spChg>
        <pc:spChg chg="mod">
          <ac:chgData name="Phan Thị Phương Thảo" userId="5e20b118-a43f-40d0-b348-7c62f5161c57" providerId="ADAL" clId="{F6AAE106-DC48-40CA-B515-5811AE2EA96A}" dt="2025-11-03T07:49:20.725" v="1259" actId="14100"/>
          <ac:spMkLst>
            <pc:docMk/>
            <pc:sldMk cId="3615695329" sldId="264"/>
            <ac:spMk id="11" creationId="{4A98FF51-B92E-4274-7E77-A36759E5E094}"/>
          </ac:spMkLst>
        </pc:spChg>
        <pc:picChg chg="add mod">
          <ac:chgData name="Phan Thị Phương Thảo" userId="5e20b118-a43f-40d0-b348-7c62f5161c57" providerId="ADAL" clId="{F6AAE106-DC48-40CA-B515-5811AE2EA96A}" dt="2025-11-05T03:11:17.830" v="13266"/>
          <ac:picMkLst>
            <pc:docMk/>
            <pc:sldMk cId="3615695329" sldId="264"/>
            <ac:picMk id="6" creationId="{AA0FABDE-7D67-FCA0-9ACD-DE1B5D751A95}"/>
          </ac:picMkLst>
        </pc:picChg>
        <pc:picChg chg="add mod">
          <ac:chgData name="Phan Thị Phương Thảo" userId="5e20b118-a43f-40d0-b348-7c62f5161c57" providerId="ADAL" clId="{F6AAE106-DC48-40CA-B515-5811AE2EA96A}" dt="2025-11-05T03:37:18.234" v="13315" actId="1076"/>
          <ac:picMkLst>
            <pc:docMk/>
            <pc:sldMk cId="3615695329" sldId="264"/>
            <ac:picMk id="8" creationId="{B4DC4AFD-FF79-4C94-6349-8A4DA059EEA8}"/>
          </ac:picMkLst>
        </pc:picChg>
      </pc:sldChg>
      <pc:sldChg chg="addSp delSp modSp add mod">
        <pc:chgData name="Phan Thị Phương Thảo" userId="5e20b118-a43f-40d0-b348-7c62f5161c57" providerId="ADAL" clId="{F6AAE106-DC48-40CA-B515-5811AE2EA96A}" dt="2025-11-05T03:37:42.130" v="13319" actId="255"/>
        <pc:sldMkLst>
          <pc:docMk/>
          <pc:sldMk cId="1235491388" sldId="265"/>
        </pc:sldMkLst>
        <pc:spChg chg="add mod">
          <ac:chgData name="Phan Thị Phương Thảo" userId="5e20b118-a43f-40d0-b348-7c62f5161c57" providerId="ADAL" clId="{F6AAE106-DC48-40CA-B515-5811AE2EA96A}" dt="2025-11-04T19:03:11.924" v="13136" actId="20577"/>
          <ac:spMkLst>
            <pc:docMk/>
            <pc:sldMk cId="1235491388" sldId="265"/>
            <ac:spMk id="5" creationId="{40593DEA-7B0A-36D8-C65F-82026331454E}"/>
          </ac:spMkLst>
        </pc:spChg>
        <pc:spChg chg="add mod">
          <ac:chgData name="Phan Thị Phương Thảo" userId="5e20b118-a43f-40d0-b348-7c62f5161c57" providerId="ADAL" clId="{F6AAE106-DC48-40CA-B515-5811AE2EA96A}" dt="2025-11-05T03:11:23.119" v="13267"/>
          <ac:spMkLst>
            <pc:docMk/>
            <pc:sldMk cId="1235491388" sldId="265"/>
            <ac:spMk id="6" creationId="{198345FF-71B6-A2AF-6604-2B3C8122E3FF}"/>
          </ac:spMkLst>
        </pc:spChg>
        <pc:spChg chg="mod">
          <ac:chgData name="Phan Thị Phương Thảo" userId="5e20b118-a43f-40d0-b348-7c62f5161c57" providerId="ADAL" clId="{F6AAE106-DC48-40CA-B515-5811AE2EA96A}" dt="2025-11-05T03:37:42.130" v="13319" actId="255"/>
          <ac:spMkLst>
            <pc:docMk/>
            <pc:sldMk cId="1235491388" sldId="265"/>
            <ac:spMk id="9" creationId="{A1A872E1-3B6C-27A9-D789-EA83DEC69959}"/>
          </ac:spMkLst>
        </pc:spChg>
        <pc:spChg chg="add del mod">
          <ac:chgData name="Phan Thị Phương Thảo" userId="5e20b118-a43f-40d0-b348-7c62f5161c57" providerId="ADAL" clId="{F6AAE106-DC48-40CA-B515-5811AE2EA96A}" dt="2025-11-03T08:14:27.473" v="1564" actId="14100"/>
          <ac:spMkLst>
            <pc:docMk/>
            <pc:sldMk cId="1235491388" sldId="265"/>
            <ac:spMk id="11" creationId="{7D34D9F1-A218-91D8-0CB8-78DA4F1543F1}"/>
          </ac:spMkLst>
        </pc:spChg>
        <pc:picChg chg="add mod">
          <ac:chgData name="Phan Thị Phương Thảo" userId="5e20b118-a43f-40d0-b348-7c62f5161c57" providerId="ADAL" clId="{F6AAE106-DC48-40CA-B515-5811AE2EA96A}" dt="2025-11-03T09:08:17.714" v="1885" actId="1076"/>
          <ac:picMkLst>
            <pc:docMk/>
            <pc:sldMk cId="1235491388" sldId="265"/>
            <ac:picMk id="7" creationId="{0F2BAA31-0645-45D1-F10D-CC49CE682C2D}"/>
          </ac:picMkLst>
        </pc:picChg>
        <pc:picChg chg="add mod">
          <ac:chgData name="Phan Thị Phương Thảo" userId="5e20b118-a43f-40d0-b348-7c62f5161c57" providerId="ADAL" clId="{F6AAE106-DC48-40CA-B515-5811AE2EA96A}" dt="2025-11-05T03:11:23.119" v="13267"/>
          <ac:picMkLst>
            <pc:docMk/>
            <pc:sldMk cId="1235491388" sldId="265"/>
            <ac:picMk id="8" creationId="{DEA9E626-4DCF-1290-FD04-9C576E0A8B2C}"/>
          </ac:picMkLst>
        </pc:picChg>
      </pc:sldChg>
      <pc:sldChg chg="modSp add del mod">
        <pc:chgData name="Phan Thị Phương Thảo" userId="5e20b118-a43f-40d0-b348-7c62f5161c57" providerId="ADAL" clId="{F6AAE106-DC48-40CA-B515-5811AE2EA96A}" dt="2025-11-04T19:03:21.673" v="13137" actId="47"/>
        <pc:sldMkLst>
          <pc:docMk/>
          <pc:sldMk cId="50640730" sldId="266"/>
        </pc:sldMkLst>
      </pc:sldChg>
      <pc:sldChg chg="addSp delSp modSp add mod">
        <pc:chgData name="Phan Thị Phương Thảo" userId="5e20b118-a43f-40d0-b348-7c62f5161c57" providerId="ADAL" clId="{F6AAE106-DC48-40CA-B515-5811AE2EA96A}" dt="2025-11-05T03:37:56.695" v="13321" actId="255"/>
        <pc:sldMkLst>
          <pc:docMk/>
          <pc:sldMk cId="3373665653" sldId="267"/>
        </pc:sldMkLst>
        <pc:spChg chg="add mod">
          <ac:chgData name="Phan Thị Phương Thảo" userId="5e20b118-a43f-40d0-b348-7c62f5161c57" providerId="ADAL" clId="{F6AAE106-DC48-40CA-B515-5811AE2EA96A}" dt="2025-11-04T17:25:58.387" v="10104" actId="1076"/>
          <ac:spMkLst>
            <pc:docMk/>
            <pc:sldMk cId="3373665653" sldId="267"/>
            <ac:spMk id="5" creationId="{2B230BF1-F52B-14FF-8769-868A622849E4}"/>
          </ac:spMkLst>
        </pc:spChg>
        <pc:spChg chg="add mod">
          <ac:chgData name="Phan Thị Phương Thảo" userId="5e20b118-a43f-40d0-b348-7c62f5161c57" providerId="ADAL" clId="{F6AAE106-DC48-40CA-B515-5811AE2EA96A}" dt="2025-11-04T17:27:11.357" v="10117" actId="1076"/>
          <ac:spMkLst>
            <pc:docMk/>
            <pc:sldMk cId="3373665653" sldId="267"/>
            <ac:spMk id="6" creationId="{431C82FC-BD33-D999-2862-40A551F5E2DD}"/>
          </ac:spMkLst>
        </pc:spChg>
        <pc:spChg chg="add mod">
          <ac:chgData name="Phan Thị Phương Thảo" userId="5e20b118-a43f-40d0-b348-7c62f5161c57" providerId="ADAL" clId="{F6AAE106-DC48-40CA-B515-5811AE2EA96A}" dt="2025-11-04T17:28:35.334" v="10136" actId="207"/>
          <ac:spMkLst>
            <pc:docMk/>
            <pc:sldMk cId="3373665653" sldId="267"/>
            <ac:spMk id="7" creationId="{EB7E61E7-9789-4117-AA71-9004A000BB11}"/>
          </ac:spMkLst>
        </pc:spChg>
        <pc:spChg chg="add mod">
          <ac:chgData name="Phan Thị Phương Thảo" userId="5e20b118-a43f-40d0-b348-7c62f5161c57" providerId="ADAL" clId="{F6AAE106-DC48-40CA-B515-5811AE2EA96A}" dt="2025-11-04T17:28:40.370" v="10137" actId="207"/>
          <ac:spMkLst>
            <pc:docMk/>
            <pc:sldMk cId="3373665653" sldId="267"/>
            <ac:spMk id="8" creationId="{10D7A38E-E31C-F0B0-4FDA-9BB7A0269C0E}"/>
          </ac:spMkLst>
        </pc:spChg>
        <pc:spChg chg="add mod">
          <ac:chgData name="Phan Thị Phương Thảo" userId="5e20b118-a43f-40d0-b348-7c62f5161c57" providerId="ADAL" clId="{F6AAE106-DC48-40CA-B515-5811AE2EA96A}" dt="2025-11-04T17:28:44.052" v="10138" actId="207"/>
          <ac:spMkLst>
            <pc:docMk/>
            <pc:sldMk cId="3373665653" sldId="267"/>
            <ac:spMk id="9" creationId="{2FEF9F18-09E9-9AF7-6418-469C6BB574D3}"/>
          </ac:spMkLst>
        </pc:spChg>
        <pc:spChg chg="add mod">
          <ac:chgData name="Phan Thị Phương Thảo" userId="5e20b118-a43f-40d0-b348-7c62f5161c57" providerId="ADAL" clId="{F6AAE106-DC48-40CA-B515-5811AE2EA96A}" dt="2025-11-03T09:04:58.549" v="1668" actId="14100"/>
          <ac:spMkLst>
            <pc:docMk/>
            <pc:sldMk cId="3373665653" sldId="267"/>
            <ac:spMk id="10" creationId="{750C1343-F897-02DB-A0BA-31879795C386}"/>
          </ac:spMkLst>
        </pc:spChg>
        <pc:spChg chg="mod">
          <ac:chgData name="Phan Thị Phương Thảo" userId="5e20b118-a43f-40d0-b348-7c62f5161c57" providerId="ADAL" clId="{F6AAE106-DC48-40CA-B515-5811AE2EA96A}" dt="2025-11-03T09:02:47.383" v="1636" actId="1076"/>
          <ac:spMkLst>
            <pc:docMk/>
            <pc:sldMk cId="3373665653" sldId="267"/>
            <ac:spMk id="11" creationId="{53C16E54-2721-360C-8558-CDDE76EE1172}"/>
          </ac:spMkLst>
        </pc:spChg>
        <pc:spChg chg="add mod">
          <ac:chgData name="Phan Thị Phương Thảo" userId="5e20b118-a43f-40d0-b348-7c62f5161c57" providerId="ADAL" clId="{F6AAE106-DC48-40CA-B515-5811AE2EA96A}" dt="2025-11-03T09:05:39.611" v="1713" actId="1076"/>
          <ac:spMkLst>
            <pc:docMk/>
            <pc:sldMk cId="3373665653" sldId="267"/>
            <ac:spMk id="12" creationId="{57F7EF8A-2A83-CA7B-5B2A-D37476653CA7}"/>
          </ac:spMkLst>
        </pc:spChg>
        <pc:spChg chg="add mod">
          <ac:chgData name="Phan Thị Phương Thảo" userId="5e20b118-a43f-40d0-b348-7c62f5161c57" providerId="ADAL" clId="{F6AAE106-DC48-40CA-B515-5811AE2EA96A}" dt="2025-11-03T09:05:57.933" v="1715" actId="1076"/>
          <ac:spMkLst>
            <pc:docMk/>
            <pc:sldMk cId="3373665653" sldId="267"/>
            <ac:spMk id="13" creationId="{E51B279A-F250-C6F0-71D9-A3B5A411FCC7}"/>
          </ac:spMkLst>
        </pc:spChg>
        <pc:spChg chg="add mod">
          <ac:chgData name="Phan Thị Phương Thảo" userId="5e20b118-a43f-40d0-b348-7c62f5161c57" providerId="ADAL" clId="{F6AAE106-DC48-40CA-B515-5811AE2EA96A}" dt="2025-11-03T09:06:43.556" v="1785" actId="1076"/>
          <ac:spMkLst>
            <pc:docMk/>
            <pc:sldMk cId="3373665653" sldId="267"/>
            <ac:spMk id="14" creationId="{4727A8A6-2EE5-B7C3-8ED3-74391ECAAA53}"/>
          </ac:spMkLst>
        </pc:spChg>
        <pc:spChg chg="add mod">
          <ac:chgData name="Phan Thị Phương Thảo" userId="5e20b118-a43f-40d0-b348-7c62f5161c57" providerId="ADAL" clId="{F6AAE106-DC48-40CA-B515-5811AE2EA96A}" dt="2025-11-04T17:26:01.670" v="10105" actId="1076"/>
          <ac:spMkLst>
            <pc:docMk/>
            <pc:sldMk cId="3373665653" sldId="267"/>
            <ac:spMk id="15" creationId="{E1124512-537E-BCE3-0FFB-3DB1D2D9E2B8}"/>
          </ac:spMkLst>
        </pc:spChg>
        <pc:spChg chg="add mod">
          <ac:chgData name="Phan Thị Phương Thảo" userId="5e20b118-a43f-40d0-b348-7c62f5161c57" providerId="ADAL" clId="{F6AAE106-DC48-40CA-B515-5811AE2EA96A}" dt="2025-11-03T09:07:09.768" v="1817" actId="1076"/>
          <ac:spMkLst>
            <pc:docMk/>
            <pc:sldMk cId="3373665653" sldId="267"/>
            <ac:spMk id="16" creationId="{DD1218A9-6149-FDFF-B21A-BC2D78B7B408}"/>
          </ac:spMkLst>
        </pc:spChg>
        <pc:spChg chg="add mod">
          <ac:chgData name="Phan Thị Phương Thảo" userId="5e20b118-a43f-40d0-b348-7c62f5161c57" providerId="ADAL" clId="{F6AAE106-DC48-40CA-B515-5811AE2EA96A}" dt="2025-11-05T03:13:00.457" v="13268"/>
          <ac:spMkLst>
            <pc:docMk/>
            <pc:sldMk cId="3373665653" sldId="267"/>
            <ac:spMk id="17" creationId="{6EBA802B-A619-2761-AF60-3FE0426F95A0}"/>
          </ac:spMkLst>
        </pc:spChg>
        <pc:spChg chg="mod">
          <ac:chgData name="Phan Thị Phương Thảo" userId="5e20b118-a43f-40d0-b348-7c62f5161c57" providerId="ADAL" clId="{F6AAE106-DC48-40CA-B515-5811AE2EA96A}" dt="2025-11-05T03:37:56.695" v="13321" actId="255"/>
          <ac:spMkLst>
            <pc:docMk/>
            <pc:sldMk cId="3373665653" sldId="267"/>
            <ac:spMk id="20" creationId="{02C222F7-168F-087D-2616-55989BABEDB9}"/>
          </ac:spMkLst>
        </pc:spChg>
        <pc:picChg chg="add mod">
          <ac:chgData name="Phan Thị Phương Thảo" userId="5e20b118-a43f-40d0-b348-7c62f5161c57" providerId="ADAL" clId="{F6AAE106-DC48-40CA-B515-5811AE2EA96A}" dt="2025-11-05T03:13:00.457" v="13268"/>
          <ac:picMkLst>
            <pc:docMk/>
            <pc:sldMk cId="3373665653" sldId="267"/>
            <ac:picMk id="19" creationId="{4A6EC770-E758-2025-B039-FB905EEE3934}"/>
          </ac:picMkLst>
        </pc:picChg>
        <pc:cxnChg chg="add mod">
          <ac:chgData name="Phan Thị Phương Thảo" userId="5e20b118-a43f-40d0-b348-7c62f5161c57" providerId="ADAL" clId="{F6AAE106-DC48-40CA-B515-5811AE2EA96A}" dt="2025-11-04T17:28:01.534" v="10128" actId="13822"/>
          <ac:cxnSpMkLst>
            <pc:docMk/>
            <pc:sldMk cId="3373665653" sldId="267"/>
            <ac:cxnSpMk id="18" creationId="{E54245B9-B1F9-F806-BC56-6235C1268846}"/>
          </ac:cxnSpMkLst>
        </pc:cxnChg>
        <pc:cxnChg chg="add mod">
          <ac:chgData name="Phan Thị Phương Thảo" userId="5e20b118-a43f-40d0-b348-7c62f5161c57" providerId="ADAL" clId="{F6AAE106-DC48-40CA-B515-5811AE2EA96A}" dt="2025-11-04T17:29:05.866" v="10142" actId="14100"/>
          <ac:cxnSpMkLst>
            <pc:docMk/>
            <pc:sldMk cId="3373665653" sldId="267"/>
            <ac:cxnSpMk id="21" creationId="{2B07417F-2D97-3608-BC0A-C4395050A05A}"/>
          </ac:cxnSpMkLst>
        </pc:cxnChg>
        <pc:cxnChg chg="add mod">
          <ac:chgData name="Phan Thị Phương Thảo" userId="5e20b118-a43f-40d0-b348-7c62f5161c57" providerId="ADAL" clId="{F6AAE106-DC48-40CA-B515-5811AE2EA96A}" dt="2025-11-04T17:29:00.435" v="10140" actId="208"/>
          <ac:cxnSpMkLst>
            <pc:docMk/>
            <pc:sldMk cId="3373665653" sldId="267"/>
            <ac:cxnSpMk id="24" creationId="{1285AE27-1A9E-0689-1C7A-BC3D16844059}"/>
          </ac:cxnSpMkLst>
        </pc:cxnChg>
      </pc:sldChg>
      <pc:sldChg chg="addSp delSp modSp add mod">
        <pc:chgData name="Phan Thị Phương Thảo" userId="5e20b118-a43f-40d0-b348-7c62f5161c57" providerId="ADAL" clId="{F6AAE106-DC48-40CA-B515-5811AE2EA96A}" dt="2025-11-05T03:38:54.258" v="13323" actId="255"/>
        <pc:sldMkLst>
          <pc:docMk/>
          <pc:sldMk cId="205940087" sldId="268"/>
        </pc:sldMkLst>
        <pc:spChg chg="add mod">
          <ac:chgData name="Phan Thị Phương Thảo" userId="5e20b118-a43f-40d0-b348-7c62f5161c57" providerId="ADAL" clId="{F6AAE106-DC48-40CA-B515-5811AE2EA96A}" dt="2025-11-05T03:13:05.866" v="13269"/>
          <ac:spMkLst>
            <pc:docMk/>
            <pc:sldMk cId="205940087" sldId="268"/>
            <ac:spMk id="5" creationId="{B45A8B96-D981-CD8B-6353-5188B979F61E}"/>
          </ac:spMkLst>
        </pc:spChg>
        <pc:spChg chg="add mod">
          <ac:chgData name="Phan Thị Phương Thảo" userId="5e20b118-a43f-40d0-b348-7c62f5161c57" providerId="ADAL" clId="{F6AAE106-DC48-40CA-B515-5811AE2EA96A}" dt="2025-11-04T17:29:46.965" v="10355" actId="20577"/>
          <ac:spMkLst>
            <pc:docMk/>
            <pc:sldMk cId="205940087" sldId="268"/>
            <ac:spMk id="7" creationId="{8FFA2A9D-698A-E6F3-425D-AF9B538D120F}"/>
          </ac:spMkLst>
        </pc:spChg>
        <pc:spChg chg="mod">
          <ac:chgData name="Phan Thị Phương Thảo" userId="5e20b118-a43f-40d0-b348-7c62f5161c57" providerId="ADAL" clId="{F6AAE106-DC48-40CA-B515-5811AE2EA96A}" dt="2025-11-05T03:38:54.258" v="13323" actId="255"/>
          <ac:spMkLst>
            <pc:docMk/>
            <pc:sldMk cId="205940087" sldId="268"/>
            <ac:spMk id="9" creationId="{20ED3249-8BD5-3C8D-5143-BBF4F0B75139}"/>
          </ac:spMkLst>
        </pc:spChg>
        <pc:spChg chg="mod">
          <ac:chgData name="Phan Thị Phương Thảo" userId="5e20b118-a43f-40d0-b348-7c62f5161c57" providerId="ADAL" clId="{F6AAE106-DC48-40CA-B515-5811AE2EA96A}" dt="2025-11-04T17:20:10.158" v="10090" actId="1076"/>
          <ac:spMkLst>
            <pc:docMk/>
            <pc:sldMk cId="205940087" sldId="268"/>
            <ac:spMk id="11" creationId="{E688DAC7-6647-1A0E-35CD-F305C0D25179}"/>
          </ac:spMkLst>
        </pc:spChg>
        <pc:picChg chg="add mod">
          <ac:chgData name="Phan Thị Phương Thảo" userId="5e20b118-a43f-40d0-b348-7c62f5161c57" providerId="ADAL" clId="{F6AAE106-DC48-40CA-B515-5811AE2EA96A}" dt="2025-11-04T17:23:46.357" v="10096" actId="1076"/>
          <ac:picMkLst>
            <pc:docMk/>
            <pc:sldMk cId="205940087" sldId="268"/>
            <ac:picMk id="6" creationId="{DCC08FF8-EFA9-863E-EA3E-46A6D6AAE2F0}"/>
          </ac:picMkLst>
        </pc:picChg>
        <pc:picChg chg="add mod">
          <ac:chgData name="Phan Thị Phương Thảo" userId="5e20b118-a43f-40d0-b348-7c62f5161c57" providerId="ADAL" clId="{F6AAE106-DC48-40CA-B515-5811AE2EA96A}" dt="2025-11-05T03:13:05.866" v="13269"/>
          <ac:picMkLst>
            <pc:docMk/>
            <pc:sldMk cId="205940087" sldId="268"/>
            <ac:picMk id="8" creationId="{0A5BFF6F-AB0A-54B9-7DD3-9A59C256A5E0}"/>
          </ac:picMkLst>
        </pc:picChg>
      </pc:sldChg>
      <pc:sldChg chg="addSp delSp modSp add mod">
        <pc:chgData name="Phan Thị Phương Thảo" userId="5e20b118-a43f-40d0-b348-7c62f5161c57" providerId="ADAL" clId="{F6AAE106-DC48-40CA-B515-5811AE2EA96A}" dt="2025-11-13T09:47:50.805" v="13413" actId="14100"/>
        <pc:sldMkLst>
          <pc:docMk/>
          <pc:sldMk cId="4066683900" sldId="269"/>
        </pc:sldMkLst>
        <pc:spChg chg="mod">
          <ac:chgData name="Phan Thị Phương Thảo" userId="5e20b118-a43f-40d0-b348-7c62f5161c57" providerId="ADAL" clId="{F6AAE106-DC48-40CA-B515-5811AE2EA96A}" dt="2025-11-03T09:12:11.741" v="2093" actId="20577"/>
          <ac:spMkLst>
            <pc:docMk/>
            <pc:sldMk cId="4066683900" sldId="269"/>
            <ac:spMk id="3" creationId="{34CD05C8-0E97-14F3-6EEB-3F2EC4C40018}"/>
          </ac:spMkLst>
        </pc:spChg>
        <pc:spChg chg="add mod">
          <ac:chgData name="Phan Thị Phương Thảo" userId="5e20b118-a43f-40d0-b348-7c62f5161c57" providerId="ADAL" clId="{F6AAE106-DC48-40CA-B515-5811AE2EA96A}" dt="2025-11-05T03:13:10.731" v="13270"/>
          <ac:spMkLst>
            <pc:docMk/>
            <pc:sldMk cId="4066683900" sldId="269"/>
            <ac:spMk id="4" creationId="{A121FFE4-6DA3-AAF8-196C-A5EBEA3E4A6E}"/>
          </ac:spMkLst>
        </pc:spChg>
        <pc:spChg chg="add mod">
          <ac:chgData name="Phan Thị Phương Thảo" userId="5e20b118-a43f-40d0-b348-7c62f5161c57" providerId="ADAL" clId="{F6AAE106-DC48-40CA-B515-5811AE2EA96A}" dt="2025-11-13T09:47:50.805" v="13413" actId="14100"/>
          <ac:spMkLst>
            <pc:docMk/>
            <pc:sldMk cId="4066683900" sldId="269"/>
            <ac:spMk id="7" creationId="{548B0ABC-4C9A-54EF-1D3B-3A02D912510F}"/>
          </ac:spMkLst>
        </pc:spChg>
        <pc:spChg chg="mod">
          <ac:chgData name="Phan Thị Phương Thảo" userId="5e20b118-a43f-40d0-b348-7c62f5161c57" providerId="ADAL" clId="{F6AAE106-DC48-40CA-B515-5811AE2EA96A}" dt="2025-11-05T03:39:04.800" v="13325" actId="255"/>
          <ac:spMkLst>
            <pc:docMk/>
            <pc:sldMk cId="4066683900" sldId="269"/>
            <ac:spMk id="8" creationId="{043D5F61-14B5-FB58-3F81-320935D59C43}"/>
          </ac:spMkLst>
        </pc:spChg>
        <pc:spChg chg="del mod">
          <ac:chgData name="Phan Thị Phương Thảo" userId="5e20b118-a43f-40d0-b348-7c62f5161c57" providerId="ADAL" clId="{F6AAE106-DC48-40CA-B515-5811AE2EA96A}" dt="2025-11-13T09:47:45.184" v="13411" actId="478"/>
          <ac:spMkLst>
            <pc:docMk/>
            <pc:sldMk cId="4066683900" sldId="269"/>
            <ac:spMk id="25" creationId="{64DB5558-22CE-7458-7C50-80C73913DED0}"/>
          </ac:spMkLst>
        </pc:spChg>
        <pc:picChg chg="add mod">
          <ac:chgData name="Phan Thị Phương Thảo" userId="5e20b118-a43f-40d0-b348-7c62f5161c57" providerId="ADAL" clId="{F6AAE106-DC48-40CA-B515-5811AE2EA96A}" dt="2025-11-05T03:13:10.731" v="13270"/>
          <ac:picMkLst>
            <pc:docMk/>
            <pc:sldMk cId="4066683900" sldId="269"/>
            <ac:picMk id="5" creationId="{6D92418D-E682-F52D-B7E9-B27E4AA35680}"/>
          </ac:picMkLst>
        </pc:picChg>
        <pc:picChg chg="add del mod">
          <ac:chgData name="Phan Thị Phương Thảo" userId="5e20b118-a43f-40d0-b348-7c62f5161c57" providerId="ADAL" clId="{F6AAE106-DC48-40CA-B515-5811AE2EA96A}" dt="2025-11-13T09:47:07.147" v="13404" actId="478"/>
          <ac:picMkLst>
            <pc:docMk/>
            <pc:sldMk cId="4066683900" sldId="269"/>
            <ac:picMk id="6" creationId="{038EA40B-1EE7-55A0-24E6-56E234A8A08C}"/>
          </ac:picMkLst>
        </pc:picChg>
        <pc:picChg chg="add mod ord">
          <ac:chgData name="Phan Thị Phương Thảo" userId="5e20b118-a43f-40d0-b348-7c62f5161c57" providerId="ADAL" clId="{F6AAE106-DC48-40CA-B515-5811AE2EA96A}" dt="2025-11-13T09:47:34.652" v="13408" actId="14100"/>
          <ac:picMkLst>
            <pc:docMk/>
            <pc:sldMk cId="4066683900" sldId="269"/>
            <ac:picMk id="9" creationId="{9E656B5C-9B30-3A1D-A49A-2F521C1D7B04}"/>
          </ac:picMkLst>
        </pc:picChg>
      </pc:sldChg>
      <pc:sldChg chg="addSp modSp add del mod">
        <pc:chgData name="Phan Thị Phương Thảo" userId="5e20b118-a43f-40d0-b348-7c62f5161c57" providerId="ADAL" clId="{F6AAE106-DC48-40CA-B515-5811AE2EA96A}" dt="2025-11-04T19:01:02.577" v="12728" actId="47"/>
        <pc:sldMkLst>
          <pc:docMk/>
          <pc:sldMk cId="3157506872" sldId="270"/>
        </pc:sldMkLst>
      </pc:sldChg>
      <pc:sldChg chg="addSp delSp modSp add mod ord">
        <pc:chgData name="Phan Thị Phương Thảo" userId="5e20b118-a43f-40d0-b348-7c62f5161c57" providerId="ADAL" clId="{F6AAE106-DC48-40CA-B515-5811AE2EA96A}" dt="2025-11-05T03:39:13.388" v="13327" actId="255"/>
        <pc:sldMkLst>
          <pc:docMk/>
          <pc:sldMk cId="2921139363" sldId="271"/>
        </pc:sldMkLst>
        <pc:spChg chg="add mod">
          <ac:chgData name="Phan Thị Phương Thảo" userId="5e20b118-a43f-40d0-b348-7c62f5161c57" providerId="ADAL" clId="{F6AAE106-DC48-40CA-B515-5811AE2EA96A}" dt="2025-11-04T04:47:07.516" v="4620" actId="14100"/>
          <ac:spMkLst>
            <pc:docMk/>
            <pc:sldMk cId="2921139363" sldId="271"/>
            <ac:spMk id="3" creationId="{2B561ABF-0887-0E83-3F08-D6E1ED75EF56}"/>
          </ac:spMkLst>
        </pc:spChg>
        <pc:spChg chg="mod">
          <ac:chgData name="Phan Thị Phương Thảo" userId="5e20b118-a43f-40d0-b348-7c62f5161c57" providerId="ADAL" clId="{F6AAE106-DC48-40CA-B515-5811AE2EA96A}" dt="2025-11-03T09:37:19.219" v="2274" actId="20577"/>
          <ac:spMkLst>
            <pc:docMk/>
            <pc:sldMk cId="2921139363" sldId="271"/>
            <ac:spMk id="4" creationId="{9B5E1AF5-0B1C-DDDD-8297-61F67B550597}"/>
          </ac:spMkLst>
        </pc:spChg>
        <pc:spChg chg="add mod">
          <ac:chgData name="Phan Thị Phương Thảo" userId="5e20b118-a43f-40d0-b348-7c62f5161c57" providerId="ADAL" clId="{F6AAE106-DC48-40CA-B515-5811AE2EA96A}" dt="2025-11-03T09:36:48.886" v="2106"/>
          <ac:spMkLst>
            <pc:docMk/>
            <pc:sldMk cId="2921139363" sldId="271"/>
            <ac:spMk id="5" creationId="{EAFAD3A0-4280-CDB3-944F-A72C6B5475F8}"/>
          </ac:spMkLst>
        </pc:spChg>
        <pc:spChg chg="add mod">
          <ac:chgData name="Phan Thị Phương Thảo" userId="5e20b118-a43f-40d0-b348-7c62f5161c57" providerId="ADAL" clId="{F6AAE106-DC48-40CA-B515-5811AE2EA96A}" dt="2025-11-04T04:47:51.845" v="4675" actId="1076"/>
          <ac:spMkLst>
            <pc:docMk/>
            <pc:sldMk cId="2921139363" sldId="271"/>
            <ac:spMk id="7" creationId="{A35BD035-855E-9F50-B3B9-CD3C577D5131}"/>
          </ac:spMkLst>
        </pc:spChg>
        <pc:spChg chg="add mod">
          <ac:chgData name="Phan Thị Phương Thảo" userId="5e20b118-a43f-40d0-b348-7c62f5161c57" providerId="ADAL" clId="{F6AAE106-DC48-40CA-B515-5811AE2EA96A}" dt="2025-11-05T03:13:17.394" v="13271"/>
          <ac:spMkLst>
            <pc:docMk/>
            <pc:sldMk cId="2921139363" sldId="271"/>
            <ac:spMk id="11" creationId="{24FC032C-7653-5E87-5037-293E1138A0E3}"/>
          </ac:spMkLst>
        </pc:spChg>
        <pc:spChg chg="mod">
          <ac:chgData name="Phan Thị Phương Thảo" userId="5e20b118-a43f-40d0-b348-7c62f5161c57" providerId="ADAL" clId="{F6AAE106-DC48-40CA-B515-5811AE2EA96A}" dt="2025-11-05T03:39:13.388" v="13327" actId="255"/>
          <ac:spMkLst>
            <pc:docMk/>
            <pc:sldMk cId="2921139363" sldId="271"/>
            <ac:spMk id="20" creationId="{5AB860D2-0845-C719-1D44-7B7D05DD1B79}"/>
          </ac:spMkLst>
        </pc:spChg>
        <pc:spChg chg="add mod">
          <ac:chgData name="Phan Thị Phương Thảo" userId="5e20b118-a43f-40d0-b348-7c62f5161c57" providerId="ADAL" clId="{F6AAE106-DC48-40CA-B515-5811AE2EA96A}" dt="2025-11-03T09:50:45.086" v="2397" actId="207"/>
          <ac:spMkLst>
            <pc:docMk/>
            <pc:sldMk cId="2921139363" sldId="271"/>
            <ac:spMk id="41" creationId="{3FD859F0-84FF-7035-CC3A-7C7B4DCA912D}"/>
          </ac:spMkLst>
        </pc:spChg>
        <pc:spChg chg="add mod">
          <ac:chgData name="Phan Thị Phương Thảo" userId="5e20b118-a43f-40d0-b348-7c62f5161c57" providerId="ADAL" clId="{F6AAE106-DC48-40CA-B515-5811AE2EA96A}" dt="2025-11-04T18:45:08.702" v="11155" actId="14100"/>
          <ac:spMkLst>
            <pc:docMk/>
            <pc:sldMk cId="2921139363" sldId="271"/>
            <ac:spMk id="42" creationId="{61CBDE2F-D7F8-B6D4-C96C-167D2F6C00D0}"/>
          </ac:spMkLst>
        </pc:spChg>
        <pc:picChg chg="add mod">
          <ac:chgData name="Phan Thị Phương Thảo" userId="5e20b118-a43f-40d0-b348-7c62f5161c57" providerId="ADAL" clId="{F6AAE106-DC48-40CA-B515-5811AE2EA96A}" dt="2025-11-03T09:45:25.941" v="2345" actId="1076"/>
          <ac:picMkLst>
            <pc:docMk/>
            <pc:sldMk cId="2921139363" sldId="271"/>
            <ac:picMk id="6" creationId="{9C6BACC4-753F-EF30-590C-6FE6653C43EF}"/>
          </ac:picMkLst>
        </pc:picChg>
        <pc:picChg chg="add mod">
          <ac:chgData name="Phan Thị Phương Thảo" userId="5e20b118-a43f-40d0-b348-7c62f5161c57" providerId="ADAL" clId="{F6AAE106-DC48-40CA-B515-5811AE2EA96A}" dt="2025-11-03T09:48:13.042" v="2376" actId="1076"/>
          <ac:picMkLst>
            <pc:docMk/>
            <pc:sldMk cId="2921139363" sldId="271"/>
            <ac:picMk id="8" creationId="{9204D85E-4EE5-304C-3732-505EDFC442D4}"/>
          </ac:picMkLst>
        </pc:picChg>
        <pc:picChg chg="add mod">
          <ac:chgData name="Phan Thị Phương Thảo" userId="5e20b118-a43f-40d0-b348-7c62f5161c57" providerId="ADAL" clId="{F6AAE106-DC48-40CA-B515-5811AE2EA96A}" dt="2025-11-03T09:48:14.416" v="2377" actId="1076"/>
          <ac:picMkLst>
            <pc:docMk/>
            <pc:sldMk cId="2921139363" sldId="271"/>
            <ac:picMk id="9" creationId="{5F22DE30-55EF-5199-FF54-ADFA71A30171}"/>
          </ac:picMkLst>
        </pc:picChg>
        <pc:picChg chg="add mod">
          <ac:chgData name="Phan Thị Phương Thảo" userId="5e20b118-a43f-40d0-b348-7c62f5161c57" providerId="ADAL" clId="{F6AAE106-DC48-40CA-B515-5811AE2EA96A}" dt="2025-11-03T09:48:16.112" v="2378" actId="1076"/>
          <ac:picMkLst>
            <pc:docMk/>
            <pc:sldMk cId="2921139363" sldId="271"/>
            <ac:picMk id="10" creationId="{3B06C40E-2117-6B38-719B-9D3C5F8B5C18}"/>
          </ac:picMkLst>
        </pc:picChg>
        <pc:picChg chg="add mod">
          <ac:chgData name="Phan Thị Phương Thảo" userId="5e20b118-a43f-40d0-b348-7c62f5161c57" providerId="ADAL" clId="{F6AAE106-DC48-40CA-B515-5811AE2EA96A}" dt="2025-11-03T09:46:05.976" v="2358" actId="1076"/>
          <ac:picMkLst>
            <pc:docMk/>
            <pc:sldMk cId="2921139363" sldId="271"/>
            <ac:picMk id="12" creationId="{107D9D20-BE9C-FD7E-6A5F-D2B23249EA89}"/>
          </ac:picMkLst>
        </pc:picChg>
        <pc:picChg chg="add mod">
          <ac:chgData name="Phan Thị Phương Thảo" userId="5e20b118-a43f-40d0-b348-7c62f5161c57" providerId="ADAL" clId="{F6AAE106-DC48-40CA-B515-5811AE2EA96A}" dt="2025-11-03T09:48:21.285" v="2381" actId="1076"/>
          <ac:picMkLst>
            <pc:docMk/>
            <pc:sldMk cId="2921139363" sldId="271"/>
            <ac:picMk id="13" creationId="{EB67355A-2D84-3034-9102-7CD7E27F3B9E}"/>
          </ac:picMkLst>
        </pc:picChg>
        <pc:picChg chg="add mod">
          <ac:chgData name="Phan Thị Phương Thảo" userId="5e20b118-a43f-40d0-b348-7c62f5161c57" providerId="ADAL" clId="{F6AAE106-DC48-40CA-B515-5811AE2EA96A}" dt="2025-11-03T09:48:19.180" v="2380" actId="1076"/>
          <ac:picMkLst>
            <pc:docMk/>
            <pc:sldMk cId="2921139363" sldId="271"/>
            <ac:picMk id="14" creationId="{C6CFC6AC-8727-0DD9-85C8-441314C09873}"/>
          </ac:picMkLst>
        </pc:picChg>
        <pc:picChg chg="add mod">
          <ac:chgData name="Phan Thị Phương Thảo" userId="5e20b118-a43f-40d0-b348-7c62f5161c57" providerId="ADAL" clId="{F6AAE106-DC48-40CA-B515-5811AE2EA96A}" dt="2025-11-03T09:46:36.739" v="2365" actId="1076"/>
          <ac:picMkLst>
            <pc:docMk/>
            <pc:sldMk cId="2921139363" sldId="271"/>
            <ac:picMk id="15" creationId="{7DEEC5E9-0DA2-74B3-6252-5EBFBA12AC34}"/>
          </ac:picMkLst>
        </pc:picChg>
        <pc:picChg chg="add mod">
          <ac:chgData name="Phan Thị Phương Thảo" userId="5e20b118-a43f-40d0-b348-7c62f5161c57" providerId="ADAL" clId="{F6AAE106-DC48-40CA-B515-5811AE2EA96A}" dt="2025-11-03T09:46:45.217" v="2367" actId="1076"/>
          <ac:picMkLst>
            <pc:docMk/>
            <pc:sldMk cId="2921139363" sldId="271"/>
            <ac:picMk id="16" creationId="{8FA47952-0CB5-4256-BA62-3320B80E8AFD}"/>
          </ac:picMkLst>
        </pc:picChg>
        <pc:picChg chg="add mod">
          <ac:chgData name="Phan Thị Phương Thảo" userId="5e20b118-a43f-40d0-b348-7c62f5161c57" providerId="ADAL" clId="{F6AAE106-DC48-40CA-B515-5811AE2EA96A}" dt="2025-11-03T09:46:51.212" v="2369" actId="1076"/>
          <ac:picMkLst>
            <pc:docMk/>
            <pc:sldMk cId="2921139363" sldId="271"/>
            <ac:picMk id="17" creationId="{4A6E2C3F-10A7-1AA0-F74C-D337C569DD48}"/>
          </ac:picMkLst>
        </pc:picChg>
        <pc:picChg chg="add mod">
          <ac:chgData name="Phan Thị Phương Thảo" userId="5e20b118-a43f-40d0-b348-7c62f5161c57" providerId="ADAL" clId="{F6AAE106-DC48-40CA-B515-5811AE2EA96A}" dt="2025-11-05T03:13:17.394" v="13271"/>
          <ac:picMkLst>
            <pc:docMk/>
            <pc:sldMk cId="2921139363" sldId="271"/>
            <ac:picMk id="18" creationId="{03780438-28DF-61FD-0355-74BE8988C3CE}"/>
          </ac:picMkLst>
        </pc:picChg>
        <pc:cxnChg chg="add mod ord">
          <ac:chgData name="Phan Thị Phương Thảo" userId="5e20b118-a43f-40d0-b348-7c62f5161c57" providerId="ADAL" clId="{F6AAE106-DC48-40CA-B515-5811AE2EA96A}" dt="2025-11-03T09:48:13.042" v="2376" actId="1076"/>
          <ac:cxnSpMkLst>
            <pc:docMk/>
            <pc:sldMk cId="2921139363" sldId="271"/>
            <ac:cxnSpMk id="19" creationId="{C1AE0C8A-CEFA-2F90-7127-63A20D316482}"/>
          </ac:cxnSpMkLst>
        </pc:cxnChg>
        <pc:cxnChg chg="add mod ord">
          <ac:chgData name="Phan Thị Phương Thảo" userId="5e20b118-a43f-40d0-b348-7c62f5161c57" providerId="ADAL" clId="{F6AAE106-DC48-40CA-B515-5811AE2EA96A}" dt="2025-11-03T09:48:14.416" v="2377" actId="1076"/>
          <ac:cxnSpMkLst>
            <pc:docMk/>
            <pc:sldMk cId="2921139363" sldId="271"/>
            <ac:cxnSpMk id="21" creationId="{0B7FF728-D751-FF57-9160-7D0D4B2C5629}"/>
          </ac:cxnSpMkLst>
        </pc:cxnChg>
        <pc:cxnChg chg="add mod ord">
          <ac:chgData name="Phan Thị Phương Thảo" userId="5e20b118-a43f-40d0-b348-7c62f5161c57" providerId="ADAL" clId="{F6AAE106-DC48-40CA-B515-5811AE2EA96A}" dt="2025-11-03T09:48:16.112" v="2378" actId="1076"/>
          <ac:cxnSpMkLst>
            <pc:docMk/>
            <pc:sldMk cId="2921139363" sldId="271"/>
            <ac:cxnSpMk id="23" creationId="{1A28A5CC-FDEB-DA22-8E2F-F4F5A29B4C3F}"/>
          </ac:cxnSpMkLst>
        </pc:cxnChg>
        <pc:cxnChg chg="add ord">
          <ac:chgData name="Phan Thị Phương Thảo" userId="5e20b118-a43f-40d0-b348-7c62f5161c57" providerId="ADAL" clId="{F6AAE106-DC48-40CA-B515-5811AE2EA96A}" dt="2025-11-03T09:48:30.946" v="2383" actId="167"/>
          <ac:cxnSpMkLst>
            <pc:docMk/>
            <pc:sldMk cId="2921139363" sldId="271"/>
            <ac:cxnSpMk id="29" creationId="{80DB0326-D9A5-BFAD-BABE-F3405F240984}"/>
          </ac:cxnSpMkLst>
        </pc:cxnChg>
        <pc:cxnChg chg="add mod ord">
          <ac:chgData name="Phan Thị Phương Thảo" userId="5e20b118-a43f-40d0-b348-7c62f5161c57" providerId="ADAL" clId="{F6AAE106-DC48-40CA-B515-5811AE2EA96A}" dt="2025-11-03T09:48:47.456" v="2386" actId="14100"/>
          <ac:cxnSpMkLst>
            <pc:docMk/>
            <pc:sldMk cId="2921139363" sldId="271"/>
            <ac:cxnSpMk id="31" creationId="{A7CD38B5-A9DB-F6FC-D39B-992389D9E01B}"/>
          </ac:cxnSpMkLst>
        </pc:cxnChg>
        <pc:cxnChg chg="add mod">
          <ac:chgData name="Phan Thị Phương Thảo" userId="5e20b118-a43f-40d0-b348-7c62f5161c57" providerId="ADAL" clId="{F6AAE106-DC48-40CA-B515-5811AE2EA96A}" dt="2025-11-03T09:49:10.652" v="2388" actId="208"/>
          <ac:cxnSpMkLst>
            <pc:docMk/>
            <pc:sldMk cId="2921139363" sldId="271"/>
            <ac:cxnSpMk id="34" creationId="{2131EF4F-2C0A-1BA3-31E7-5CAE43CC651C}"/>
          </ac:cxnSpMkLst>
        </pc:cxnChg>
        <pc:cxnChg chg="add mod">
          <ac:chgData name="Phan Thị Phương Thảo" userId="5e20b118-a43f-40d0-b348-7c62f5161c57" providerId="ADAL" clId="{F6AAE106-DC48-40CA-B515-5811AE2EA96A}" dt="2025-11-03T09:49:41.964" v="2390" actId="208"/>
          <ac:cxnSpMkLst>
            <pc:docMk/>
            <pc:sldMk cId="2921139363" sldId="271"/>
            <ac:cxnSpMk id="36" creationId="{79793C59-F1C2-F86B-EBAE-1DEDFC51B557}"/>
          </ac:cxnSpMkLst>
        </pc:cxnChg>
        <pc:cxnChg chg="add mod">
          <ac:chgData name="Phan Thị Phương Thảo" userId="5e20b118-a43f-40d0-b348-7c62f5161c57" providerId="ADAL" clId="{F6AAE106-DC48-40CA-B515-5811AE2EA96A}" dt="2025-11-03T09:49:57.034" v="2392" actId="208"/>
          <ac:cxnSpMkLst>
            <pc:docMk/>
            <pc:sldMk cId="2921139363" sldId="271"/>
            <ac:cxnSpMk id="38" creationId="{72033120-67BF-C5A0-CC62-E9976392E463}"/>
          </ac:cxnSpMkLst>
        </pc:cxnChg>
        <pc:cxnChg chg="add mod">
          <ac:chgData name="Phan Thị Phương Thảo" userId="5e20b118-a43f-40d0-b348-7c62f5161c57" providerId="ADAL" clId="{F6AAE106-DC48-40CA-B515-5811AE2EA96A}" dt="2025-11-03T09:50:06.418" v="2394" actId="208"/>
          <ac:cxnSpMkLst>
            <pc:docMk/>
            <pc:sldMk cId="2921139363" sldId="271"/>
            <ac:cxnSpMk id="40" creationId="{6574C00D-7D7A-818C-B1E9-A1BE8C6C60F9}"/>
          </ac:cxnSpMkLst>
        </pc:cxnChg>
      </pc:sldChg>
      <pc:sldChg chg="addSp delSp modSp add mod">
        <pc:chgData name="Phan Thị Phương Thảo" userId="5e20b118-a43f-40d0-b348-7c62f5161c57" providerId="ADAL" clId="{F6AAE106-DC48-40CA-B515-5811AE2EA96A}" dt="2025-11-05T03:39:23.693" v="13329" actId="255"/>
        <pc:sldMkLst>
          <pc:docMk/>
          <pc:sldMk cId="633308912" sldId="272"/>
        </pc:sldMkLst>
        <pc:spChg chg="add mod">
          <ac:chgData name="Phan Thị Phương Thảo" userId="5e20b118-a43f-40d0-b348-7c62f5161c57" providerId="ADAL" clId="{F6AAE106-DC48-40CA-B515-5811AE2EA96A}" dt="2025-11-05T03:13:23.458" v="13272"/>
          <ac:spMkLst>
            <pc:docMk/>
            <pc:sldMk cId="633308912" sldId="272"/>
            <ac:spMk id="3" creationId="{C50E1B4B-9F94-3C29-F32E-458A1BA881EE}"/>
          </ac:spMkLst>
        </pc:spChg>
        <pc:spChg chg="mod">
          <ac:chgData name="Phan Thị Phương Thảo" userId="5e20b118-a43f-40d0-b348-7c62f5161c57" providerId="ADAL" clId="{F6AAE106-DC48-40CA-B515-5811AE2EA96A}" dt="2025-11-04T17:19:41.284" v="10089" actId="2711"/>
          <ac:spMkLst>
            <pc:docMk/>
            <pc:sldMk cId="633308912" sldId="272"/>
            <ac:spMk id="4" creationId="{F26178B3-ECD7-B962-A31E-0FC835AB4588}"/>
          </ac:spMkLst>
        </pc:spChg>
        <pc:spChg chg="mod">
          <ac:chgData name="Phan Thị Phương Thảo" userId="5e20b118-a43f-40d0-b348-7c62f5161c57" providerId="ADAL" clId="{F6AAE106-DC48-40CA-B515-5811AE2EA96A}" dt="2025-11-03T10:22:51.442" v="3250" actId="1076"/>
          <ac:spMkLst>
            <pc:docMk/>
            <pc:sldMk cId="633308912" sldId="272"/>
            <ac:spMk id="5" creationId="{0390AF46-191B-4B8B-95CD-5462695813DB}"/>
          </ac:spMkLst>
        </pc:spChg>
        <pc:spChg chg="add mod">
          <ac:chgData name="Phan Thị Phương Thảo" userId="5e20b118-a43f-40d0-b348-7c62f5161c57" providerId="ADAL" clId="{F6AAE106-DC48-40CA-B515-5811AE2EA96A}" dt="2025-11-03T10:22:37.506" v="3249" actId="1076"/>
          <ac:spMkLst>
            <pc:docMk/>
            <pc:sldMk cId="633308912" sldId="272"/>
            <ac:spMk id="7" creationId="{AE418577-9655-A657-8A2F-21292B914D9B}"/>
          </ac:spMkLst>
        </pc:spChg>
        <pc:spChg chg="add mod">
          <ac:chgData name="Phan Thị Phương Thảo" userId="5e20b118-a43f-40d0-b348-7c62f5161c57" providerId="ADAL" clId="{F6AAE106-DC48-40CA-B515-5811AE2EA96A}" dt="2025-11-03T10:22:37.506" v="3249" actId="1076"/>
          <ac:spMkLst>
            <pc:docMk/>
            <pc:sldMk cId="633308912" sldId="272"/>
            <ac:spMk id="8" creationId="{BFBC3FAE-EDFB-C642-B47E-FFCBD8C76327}"/>
          </ac:spMkLst>
        </pc:spChg>
        <pc:spChg chg="add mod">
          <ac:chgData name="Phan Thị Phương Thảo" userId="5e20b118-a43f-40d0-b348-7c62f5161c57" providerId="ADAL" clId="{F6AAE106-DC48-40CA-B515-5811AE2EA96A}" dt="2025-11-03T10:22:37.506" v="3249" actId="1076"/>
          <ac:spMkLst>
            <pc:docMk/>
            <pc:sldMk cId="633308912" sldId="272"/>
            <ac:spMk id="9" creationId="{BE0BB980-1CC4-1E67-DA23-4F34361B6C20}"/>
          </ac:spMkLst>
        </pc:spChg>
        <pc:spChg chg="add mod">
          <ac:chgData name="Phan Thị Phương Thảo" userId="5e20b118-a43f-40d0-b348-7c62f5161c57" providerId="ADAL" clId="{F6AAE106-DC48-40CA-B515-5811AE2EA96A}" dt="2025-11-03T10:17:31.249" v="2900" actId="1076"/>
          <ac:spMkLst>
            <pc:docMk/>
            <pc:sldMk cId="633308912" sldId="272"/>
            <ac:spMk id="10" creationId="{88618D17-33AA-8C42-5463-CF3C0C9C132D}"/>
          </ac:spMkLst>
        </pc:spChg>
        <pc:spChg chg="add mod">
          <ac:chgData name="Phan Thị Phương Thảo" userId="5e20b118-a43f-40d0-b348-7c62f5161c57" providerId="ADAL" clId="{F6AAE106-DC48-40CA-B515-5811AE2EA96A}" dt="2025-11-03T10:10:15.868" v="2721" actId="1076"/>
          <ac:spMkLst>
            <pc:docMk/>
            <pc:sldMk cId="633308912" sldId="272"/>
            <ac:spMk id="11" creationId="{167E0A6E-80E9-1420-BC22-AA793826D5A9}"/>
          </ac:spMkLst>
        </pc:spChg>
        <pc:spChg chg="add mod">
          <ac:chgData name="Phan Thị Phương Thảo" userId="5e20b118-a43f-40d0-b348-7c62f5161c57" providerId="ADAL" clId="{F6AAE106-DC48-40CA-B515-5811AE2EA96A}" dt="2025-11-03T10:11:56.630" v="2779" actId="14100"/>
          <ac:spMkLst>
            <pc:docMk/>
            <pc:sldMk cId="633308912" sldId="272"/>
            <ac:spMk id="12" creationId="{E6B18A16-60D4-3C33-B930-83EB547BC183}"/>
          </ac:spMkLst>
        </pc:spChg>
        <pc:spChg chg="add mod">
          <ac:chgData name="Phan Thị Phương Thảo" userId="5e20b118-a43f-40d0-b348-7c62f5161c57" providerId="ADAL" clId="{F6AAE106-DC48-40CA-B515-5811AE2EA96A}" dt="2025-11-03T10:12:15.941" v="2781" actId="1076"/>
          <ac:spMkLst>
            <pc:docMk/>
            <pc:sldMk cId="633308912" sldId="272"/>
            <ac:spMk id="13" creationId="{D1F2297D-A3BF-548F-3F90-9A1E758059B5}"/>
          </ac:spMkLst>
        </pc:spChg>
        <pc:spChg chg="add mod">
          <ac:chgData name="Phan Thị Phương Thảo" userId="5e20b118-a43f-40d0-b348-7c62f5161c57" providerId="ADAL" clId="{F6AAE106-DC48-40CA-B515-5811AE2EA96A}" dt="2025-11-04T09:18:21.187" v="6743" actId="1076"/>
          <ac:spMkLst>
            <pc:docMk/>
            <pc:sldMk cId="633308912" sldId="272"/>
            <ac:spMk id="14" creationId="{759DBF35-1400-4473-6CC1-985CCA7FBCCF}"/>
          </ac:spMkLst>
        </pc:spChg>
        <pc:spChg chg="add mod">
          <ac:chgData name="Phan Thị Phương Thảo" userId="5e20b118-a43f-40d0-b348-7c62f5161c57" providerId="ADAL" clId="{F6AAE106-DC48-40CA-B515-5811AE2EA96A}" dt="2025-11-03T10:22:37.506" v="3249" actId="1076"/>
          <ac:spMkLst>
            <pc:docMk/>
            <pc:sldMk cId="633308912" sldId="272"/>
            <ac:spMk id="15" creationId="{DDA37CF1-C403-B028-9542-F915D892A99C}"/>
          </ac:spMkLst>
        </pc:spChg>
        <pc:spChg chg="add mod">
          <ac:chgData name="Phan Thị Phương Thảo" userId="5e20b118-a43f-40d0-b348-7c62f5161c57" providerId="ADAL" clId="{F6AAE106-DC48-40CA-B515-5811AE2EA96A}" dt="2025-11-04T09:18:57.224" v="6744" actId="1076"/>
          <ac:spMkLst>
            <pc:docMk/>
            <pc:sldMk cId="633308912" sldId="272"/>
            <ac:spMk id="16" creationId="{C7E5A858-0F15-F7C1-78C3-4E1468D9AB19}"/>
          </ac:spMkLst>
        </pc:spChg>
        <pc:spChg chg="add mod">
          <ac:chgData name="Phan Thị Phương Thảo" userId="5e20b118-a43f-40d0-b348-7c62f5161c57" providerId="ADAL" clId="{F6AAE106-DC48-40CA-B515-5811AE2EA96A}" dt="2025-11-03T10:25:04.360" v="3267" actId="14100"/>
          <ac:spMkLst>
            <pc:docMk/>
            <pc:sldMk cId="633308912" sldId="272"/>
            <ac:spMk id="17" creationId="{F43C1792-BD50-1BBF-BB3B-3828860EC431}"/>
          </ac:spMkLst>
        </pc:spChg>
        <pc:spChg chg="add mod">
          <ac:chgData name="Phan Thị Phương Thảo" userId="5e20b118-a43f-40d0-b348-7c62f5161c57" providerId="ADAL" clId="{F6AAE106-DC48-40CA-B515-5811AE2EA96A}" dt="2025-11-03T10:18:43.329" v="3003" actId="20577"/>
          <ac:spMkLst>
            <pc:docMk/>
            <pc:sldMk cId="633308912" sldId="272"/>
            <ac:spMk id="18" creationId="{B0029CD4-A39C-8D56-B056-573CEC04B01E}"/>
          </ac:spMkLst>
        </pc:spChg>
        <pc:spChg chg="add mod">
          <ac:chgData name="Phan Thị Phương Thảo" userId="5e20b118-a43f-40d0-b348-7c62f5161c57" providerId="ADAL" clId="{F6AAE106-DC48-40CA-B515-5811AE2EA96A}" dt="2025-11-03T10:18:55.830" v="3005" actId="1076"/>
          <ac:spMkLst>
            <pc:docMk/>
            <pc:sldMk cId="633308912" sldId="272"/>
            <ac:spMk id="19" creationId="{825707EE-5BF0-04E7-2AF4-9A676C8C8B5F}"/>
          </ac:spMkLst>
        </pc:spChg>
        <pc:spChg chg="add mod">
          <ac:chgData name="Phan Thị Phương Thảo" userId="5e20b118-a43f-40d0-b348-7c62f5161c57" providerId="ADAL" clId="{F6AAE106-DC48-40CA-B515-5811AE2EA96A}" dt="2025-11-04T09:19:24.717" v="6790" actId="1076"/>
          <ac:spMkLst>
            <pc:docMk/>
            <pc:sldMk cId="633308912" sldId="272"/>
            <ac:spMk id="20" creationId="{47C8304C-6923-80BE-7D3F-3C28707FA49E}"/>
          </ac:spMkLst>
        </pc:spChg>
        <pc:spChg chg="mod">
          <ac:chgData name="Phan Thị Phương Thảo" userId="5e20b118-a43f-40d0-b348-7c62f5161c57" providerId="ADAL" clId="{F6AAE106-DC48-40CA-B515-5811AE2EA96A}" dt="2025-11-05T03:39:23.693" v="13329" actId="255"/>
          <ac:spMkLst>
            <pc:docMk/>
            <pc:sldMk cId="633308912" sldId="272"/>
            <ac:spMk id="21" creationId="{ACAF91A0-FF68-3807-D12E-BDA2A0831EEB}"/>
          </ac:spMkLst>
        </pc:spChg>
        <pc:spChg chg="add mod">
          <ac:chgData name="Phan Thị Phương Thảo" userId="5e20b118-a43f-40d0-b348-7c62f5161c57" providerId="ADAL" clId="{F6AAE106-DC48-40CA-B515-5811AE2EA96A}" dt="2025-11-03T10:20:22.150" v="3089" actId="1076"/>
          <ac:spMkLst>
            <pc:docMk/>
            <pc:sldMk cId="633308912" sldId="272"/>
            <ac:spMk id="22" creationId="{41EBB4C2-9B7F-F1F2-5AE1-FAE1CBFCA0C1}"/>
          </ac:spMkLst>
        </pc:spChg>
        <pc:spChg chg="add mod">
          <ac:chgData name="Phan Thị Phương Thảo" userId="5e20b118-a43f-40d0-b348-7c62f5161c57" providerId="ADAL" clId="{F6AAE106-DC48-40CA-B515-5811AE2EA96A}" dt="2025-11-03T10:25:49.836" v="3275" actId="14100"/>
          <ac:spMkLst>
            <pc:docMk/>
            <pc:sldMk cId="633308912" sldId="272"/>
            <ac:spMk id="23" creationId="{77BBF930-A89D-3A83-7782-CFD87D1D782C}"/>
          </ac:spMkLst>
        </pc:spChg>
        <pc:spChg chg="mod">
          <ac:chgData name="Phan Thị Phương Thảo" userId="5e20b118-a43f-40d0-b348-7c62f5161c57" providerId="ADAL" clId="{F6AAE106-DC48-40CA-B515-5811AE2EA96A}" dt="2025-11-03T10:22:51.442" v="3250" actId="1076"/>
          <ac:spMkLst>
            <pc:docMk/>
            <pc:sldMk cId="633308912" sldId="272"/>
            <ac:spMk id="25" creationId="{A19638EA-6A95-3A76-AC7B-7BEC0A87D45C}"/>
          </ac:spMkLst>
        </pc:spChg>
        <pc:spChg chg="add mod">
          <ac:chgData name="Phan Thị Phương Thảo" userId="5e20b118-a43f-40d0-b348-7c62f5161c57" providerId="ADAL" clId="{F6AAE106-DC48-40CA-B515-5811AE2EA96A}" dt="2025-11-03T10:22:37.506" v="3249" actId="1076"/>
          <ac:spMkLst>
            <pc:docMk/>
            <pc:sldMk cId="633308912" sldId="272"/>
            <ac:spMk id="26" creationId="{9EFAEB9D-27DD-5BB8-C6BC-0B8797720893}"/>
          </ac:spMkLst>
        </pc:spChg>
        <pc:spChg chg="add mod">
          <ac:chgData name="Phan Thị Phương Thảo" userId="5e20b118-a43f-40d0-b348-7c62f5161c57" providerId="ADAL" clId="{F6AAE106-DC48-40CA-B515-5811AE2EA96A}" dt="2025-11-03T10:22:37.506" v="3249" actId="1076"/>
          <ac:spMkLst>
            <pc:docMk/>
            <pc:sldMk cId="633308912" sldId="272"/>
            <ac:spMk id="27" creationId="{40263617-B678-1B66-48E5-61BD36AFDB45}"/>
          </ac:spMkLst>
        </pc:spChg>
        <pc:spChg chg="add mod">
          <ac:chgData name="Phan Thị Phương Thảo" userId="5e20b118-a43f-40d0-b348-7c62f5161c57" providerId="ADAL" clId="{F6AAE106-DC48-40CA-B515-5811AE2EA96A}" dt="2025-11-04T02:03:50.331" v="3724" actId="1076"/>
          <ac:spMkLst>
            <pc:docMk/>
            <pc:sldMk cId="633308912" sldId="272"/>
            <ac:spMk id="51" creationId="{FB3AA2D3-8BA2-D41D-E3E2-780A412088E3}"/>
          </ac:spMkLst>
        </pc:spChg>
        <pc:spChg chg="add mod">
          <ac:chgData name="Phan Thị Phương Thảo" userId="5e20b118-a43f-40d0-b348-7c62f5161c57" providerId="ADAL" clId="{F6AAE106-DC48-40CA-B515-5811AE2EA96A}" dt="2025-11-03T10:29:13.314" v="3343" actId="20577"/>
          <ac:spMkLst>
            <pc:docMk/>
            <pc:sldMk cId="633308912" sldId="272"/>
            <ac:spMk id="52" creationId="{B39F08CC-3E53-C1AD-2A16-893D7CB6D8DE}"/>
          </ac:spMkLst>
        </pc:spChg>
        <pc:spChg chg="add mod">
          <ac:chgData name="Phan Thị Phương Thảo" userId="5e20b118-a43f-40d0-b348-7c62f5161c57" providerId="ADAL" clId="{F6AAE106-DC48-40CA-B515-5811AE2EA96A}" dt="2025-11-03T10:29:20.787" v="3347" actId="20577"/>
          <ac:spMkLst>
            <pc:docMk/>
            <pc:sldMk cId="633308912" sldId="272"/>
            <ac:spMk id="53" creationId="{56D5C72F-9FD6-4F22-5438-7074FFCAE918}"/>
          </ac:spMkLst>
        </pc:spChg>
        <pc:spChg chg="add mod">
          <ac:chgData name="Phan Thị Phương Thảo" userId="5e20b118-a43f-40d0-b348-7c62f5161c57" providerId="ADAL" clId="{F6AAE106-DC48-40CA-B515-5811AE2EA96A}" dt="2025-11-03T10:29:24.262" v="3349" actId="20577"/>
          <ac:spMkLst>
            <pc:docMk/>
            <pc:sldMk cId="633308912" sldId="272"/>
            <ac:spMk id="54" creationId="{3784B5BE-F631-B1B4-F09A-3249A2A1818E}"/>
          </ac:spMkLst>
        </pc:spChg>
        <pc:spChg chg="add mod">
          <ac:chgData name="Phan Thị Phương Thảo" userId="5e20b118-a43f-40d0-b348-7c62f5161c57" providerId="ADAL" clId="{F6AAE106-DC48-40CA-B515-5811AE2EA96A}" dt="2025-11-03T10:29:27.576" v="3351" actId="20577"/>
          <ac:spMkLst>
            <pc:docMk/>
            <pc:sldMk cId="633308912" sldId="272"/>
            <ac:spMk id="55" creationId="{0AD6ACC4-0A84-6F77-DF79-24DD4BF39C22}"/>
          </ac:spMkLst>
        </pc:spChg>
        <pc:spChg chg="add mod">
          <ac:chgData name="Phan Thị Phương Thảo" userId="5e20b118-a43f-40d0-b348-7c62f5161c57" providerId="ADAL" clId="{F6AAE106-DC48-40CA-B515-5811AE2EA96A}" dt="2025-11-03T10:29:31.742" v="3353" actId="20577"/>
          <ac:spMkLst>
            <pc:docMk/>
            <pc:sldMk cId="633308912" sldId="272"/>
            <ac:spMk id="56" creationId="{0B2C0153-ECDA-6E17-C0C4-D8C76B7F42B3}"/>
          </ac:spMkLst>
        </pc:spChg>
        <pc:spChg chg="add mod">
          <ac:chgData name="Phan Thị Phương Thảo" userId="5e20b118-a43f-40d0-b348-7c62f5161c57" providerId="ADAL" clId="{F6AAE106-DC48-40CA-B515-5811AE2EA96A}" dt="2025-11-03T10:29:35.647" v="3355" actId="20577"/>
          <ac:spMkLst>
            <pc:docMk/>
            <pc:sldMk cId="633308912" sldId="272"/>
            <ac:spMk id="58" creationId="{23BBDB6B-7D26-B483-4B66-B2AD2BD8D0AC}"/>
          </ac:spMkLst>
        </pc:spChg>
        <pc:spChg chg="add mod">
          <ac:chgData name="Phan Thị Phương Thảo" userId="5e20b118-a43f-40d0-b348-7c62f5161c57" providerId="ADAL" clId="{F6AAE106-DC48-40CA-B515-5811AE2EA96A}" dt="2025-11-03T10:29:38.976" v="3357" actId="20577"/>
          <ac:spMkLst>
            <pc:docMk/>
            <pc:sldMk cId="633308912" sldId="272"/>
            <ac:spMk id="59" creationId="{625C61C5-B925-59EC-36C7-A2A118B57D2F}"/>
          </ac:spMkLst>
        </pc:spChg>
        <pc:spChg chg="add mod">
          <ac:chgData name="Phan Thị Phương Thảo" userId="5e20b118-a43f-40d0-b348-7c62f5161c57" providerId="ADAL" clId="{F6AAE106-DC48-40CA-B515-5811AE2EA96A}" dt="2025-11-03T10:29:42.954" v="3359" actId="20577"/>
          <ac:spMkLst>
            <pc:docMk/>
            <pc:sldMk cId="633308912" sldId="272"/>
            <ac:spMk id="60" creationId="{147C7386-793D-8A92-43D3-F71A7B004F7B}"/>
          </ac:spMkLst>
        </pc:spChg>
        <pc:picChg chg="add mod">
          <ac:chgData name="Phan Thị Phương Thảo" userId="5e20b118-a43f-40d0-b348-7c62f5161c57" providerId="ADAL" clId="{F6AAE106-DC48-40CA-B515-5811AE2EA96A}" dt="2025-11-05T03:13:23.458" v="13272"/>
          <ac:picMkLst>
            <pc:docMk/>
            <pc:sldMk cId="633308912" sldId="272"/>
            <ac:picMk id="6" creationId="{479AD403-3D3B-6E75-C0E6-B838323BF661}"/>
          </ac:picMkLst>
        </pc:picChg>
        <pc:cxnChg chg="add mod">
          <ac:chgData name="Phan Thị Phương Thảo" userId="5e20b118-a43f-40d0-b348-7c62f5161c57" providerId="ADAL" clId="{F6AAE106-DC48-40CA-B515-5811AE2EA96A}" dt="2025-11-03T10:24:07.226" v="3253" actId="1582"/>
          <ac:cxnSpMkLst>
            <pc:docMk/>
            <pc:sldMk cId="633308912" sldId="272"/>
            <ac:cxnSpMk id="29" creationId="{E20A9257-ABCF-FA2F-53F6-5C40CD49CC63}"/>
          </ac:cxnSpMkLst>
        </pc:cxnChg>
        <pc:cxnChg chg="add mod">
          <ac:chgData name="Phan Thị Phương Thảo" userId="5e20b118-a43f-40d0-b348-7c62f5161c57" providerId="ADAL" clId="{F6AAE106-DC48-40CA-B515-5811AE2EA96A}" dt="2025-11-03T10:24:19.628" v="3256" actId="14100"/>
          <ac:cxnSpMkLst>
            <pc:docMk/>
            <pc:sldMk cId="633308912" sldId="272"/>
            <ac:cxnSpMk id="30" creationId="{64FDC24C-DD07-2B2D-1B31-48A79F1D5EC4}"/>
          </ac:cxnSpMkLst>
        </pc:cxnChg>
        <pc:cxnChg chg="add mod">
          <ac:chgData name="Phan Thị Phương Thảo" userId="5e20b118-a43f-40d0-b348-7c62f5161c57" providerId="ADAL" clId="{F6AAE106-DC48-40CA-B515-5811AE2EA96A}" dt="2025-11-03T10:24:28.720" v="3259" actId="14100"/>
          <ac:cxnSpMkLst>
            <pc:docMk/>
            <pc:sldMk cId="633308912" sldId="272"/>
            <ac:cxnSpMk id="32" creationId="{BDEADD25-E84C-86DC-4021-88C77553A9BC}"/>
          </ac:cxnSpMkLst>
        </pc:cxnChg>
        <pc:cxnChg chg="add mod">
          <ac:chgData name="Phan Thị Phương Thảo" userId="5e20b118-a43f-40d0-b348-7c62f5161c57" providerId="ADAL" clId="{F6AAE106-DC48-40CA-B515-5811AE2EA96A}" dt="2025-11-03T10:24:37.431" v="3261" actId="1076"/>
          <ac:cxnSpMkLst>
            <pc:docMk/>
            <pc:sldMk cId="633308912" sldId="272"/>
            <ac:cxnSpMk id="34" creationId="{EC3B6FF3-D473-7521-48B0-D695AB681220}"/>
          </ac:cxnSpMkLst>
        </pc:cxnChg>
        <pc:cxnChg chg="add mod">
          <ac:chgData name="Phan Thị Phương Thảo" userId="5e20b118-a43f-40d0-b348-7c62f5161c57" providerId="ADAL" clId="{F6AAE106-DC48-40CA-B515-5811AE2EA96A}" dt="2025-11-03T10:25:04.360" v="3267" actId="14100"/>
          <ac:cxnSpMkLst>
            <pc:docMk/>
            <pc:sldMk cId="633308912" sldId="272"/>
            <ac:cxnSpMk id="36" creationId="{8EC00B42-6355-1011-BB08-AFCEA7AC9310}"/>
          </ac:cxnSpMkLst>
        </pc:cxnChg>
        <pc:cxnChg chg="add mod">
          <ac:chgData name="Phan Thị Phương Thảo" userId="5e20b118-a43f-40d0-b348-7c62f5161c57" providerId="ADAL" clId="{F6AAE106-DC48-40CA-B515-5811AE2EA96A}" dt="2025-11-03T10:25:46.952" v="3274" actId="1582"/>
          <ac:cxnSpMkLst>
            <pc:docMk/>
            <pc:sldMk cId="633308912" sldId="272"/>
            <ac:cxnSpMk id="41" creationId="{D29955AD-DED6-E343-873C-4CCC0BF581FB}"/>
          </ac:cxnSpMkLst>
        </pc:cxnChg>
        <pc:cxnChg chg="add mod">
          <ac:chgData name="Phan Thị Phương Thảo" userId="5e20b118-a43f-40d0-b348-7c62f5161c57" providerId="ADAL" clId="{F6AAE106-DC48-40CA-B515-5811AE2EA96A}" dt="2025-11-03T10:26:06.713" v="3280" actId="1582"/>
          <ac:cxnSpMkLst>
            <pc:docMk/>
            <pc:sldMk cId="633308912" sldId="272"/>
            <ac:cxnSpMk id="46" creationId="{56182F5C-80AD-DBF5-14E5-031F1C8646B5}"/>
          </ac:cxnSpMkLst>
        </pc:cxnChg>
        <pc:cxnChg chg="add mod">
          <ac:chgData name="Phan Thị Phương Thảo" userId="5e20b118-a43f-40d0-b348-7c62f5161c57" providerId="ADAL" clId="{F6AAE106-DC48-40CA-B515-5811AE2EA96A}" dt="2025-11-03T10:26:23.093" v="3283" actId="1582"/>
          <ac:cxnSpMkLst>
            <pc:docMk/>
            <pc:sldMk cId="633308912" sldId="272"/>
            <ac:cxnSpMk id="50" creationId="{8584D567-2D50-FD68-6C89-96E490DA5ED7}"/>
          </ac:cxnSpMkLst>
        </pc:cxnChg>
      </pc:sldChg>
      <pc:sldChg chg="addSp delSp modSp add mod">
        <pc:chgData name="Phan Thị Phương Thảo" userId="5e20b118-a43f-40d0-b348-7c62f5161c57" providerId="ADAL" clId="{F6AAE106-DC48-40CA-B515-5811AE2EA96A}" dt="2025-11-05T03:33:16.293" v="13296" actId="255"/>
        <pc:sldMkLst>
          <pc:docMk/>
          <pc:sldMk cId="2996664252" sldId="273"/>
        </pc:sldMkLst>
        <pc:spChg chg="mod">
          <ac:chgData name="Phan Thị Phương Thảo" userId="5e20b118-a43f-40d0-b348-7c62f5161c57" providerId="ADAL" clId="{F6AAE106-DC48-40CA-B515-5811AE2EA96A}" dt="2025-11-05T02:59:18.231" v="13233" actId="14100"/>
          <ac:spMkLst>
            <pc:docMk/>
            <pc:sldMk cId="2996664252" sldId="273"/>
            <ac:spMk id="2" creationId="{016662CE-613D-2F94-CB7F-9A65579AB9BE}"/>
          </ac:spMkLst>
        </pc:spChg>
        <pc:spChg chg="mod">
          <ac:chgData name="Phan Thị Phương Thảo" userId="5e20b118-a43f-40d0-b348-7c62f5161c57" providerId="ADAL" clId="{F6AAE106-DC48-40CA-B515-5811AE2EA96A}" dt="2025-11-04T17:30:06.376" v="10386" actId="20577"/>
          <ac:spMkLst>
            <pc:docMk/>
            <pc:sldMk cId="2996664252" sldId="273"/>
            <ac:spMk id="4" creationId="{2C05AC50-7CBB-C98E-6713-239D94FBC95F}"/>
          </ac:spMkLst>
        </pc:spChg>
        <pc:spChg chg="add mod">
          <ac:chgData name="Phan Thị Phương Thảo" userId="5e20b118-a43f-40d0-b348-7c62f5161c57" providerId="ADAL" clId="{F6AAE106-DC48-40CA-B515-5811AE2EA96A}" dt="2025-11-04T17:31:16.471" v="10393" actId="1076"/>
          <ac:spMkLst>
            <pc:docMk/>
            <pc:sldMk cId="2996664252" sldId="273"/>
            <ac:spMk id="5" creationId="{B4E25D48-F438-3435-2F15-DAFAD08BD164}"/>
          </ac:spMkLst>
        </pc:spChg>
        <pc:spChg chg="mod">
          <ac:chgData name="Phan Thị Phương Thảo" userId="5e20b118-a43f-40d0-b348-7c62f5161c57" providerId="ADAL" clId="{F6AAE106-DC48-40CA-B515-5811AE2EA96A}" dt="2025-11-04T17:30:58.119" v="10388" actId="207"/>
          <ac:spMkLst>
            <pc:docMk/>
            <pc:sldMk cId="2996664252" sldId="273"/>
            <ac:spMk id="6" creationId="{D6920457-4DFD-82D9-61F3-579D5D91214F}"/>
          </ac:spMkLst>
        </pc:spChg>
        <pc:spChg chg="add mod">
          <ac:chgData name="Phan Thị Phương Thảo" userId="5e20b118-a43f-40d0-b348-7c62f5161c57" providerId="ADAL" clId="{F6AAE106-DC48-40CA-B515-5811AE2EA96A}" dt="2025-11-04T17:31:24.271" v="10395" actId="1076"/>
          <ac:spMkLst>
            <pc:docMk/>
            <pc:sldMk cId="2996664252" sldId="273"/>
            <ac:spMk id="8" creationId="{4A2CC1E1-6367-C57A-63DF-55571281A0F9}"/>
          </ac:spMkLst>
        </pc:spChg>
        <pc:spChg chg="add mod">
          <ac:chgData name="Phan Thị Phương Thảo" userId="5e20b118-a43f-40d0-b348-7c62f5161c57" providerId="ADAL" clId="{F6AAE106-DC48-40CA-B515-5811AE2EA96A}" dt="2025-11-04T17:31:33.718" v="10397" actId="1076"/>
          <ac:spMkLst>
            <pc:docMk/>
            <pc:sldMk cId="2996664252" sldId="273"/>
            <ac:spMk id="9" creationId="{9F46EB71-BF5D-D005-3057-DD3E26F68115}"/>
          </ac:spMkLst>
        </pc:spChg>
        <pc:spChg chg="mod">
          <ac:chgData name="Phan Thị Phương Thảo" userId="5e20b118-a43f-40d0-b348-7c62f5161c57" providerId="ADAL" clId="{F6AAE106-DC48-40CA-B515-5811AE2EA96A}" dt="2025-11-05T03:33:16.293" v="13296" actId="255"/>
          <ac:spMkLst>
            <pc:docMk/>
            <pc:sldMk cId="2996664252" sldId="273"/>
            <ac:spMk id="10" creationId="{9BBF8108-CF99-58DF-F6D8-E536B46E28BA}"/>
          </ac:spMkLst>
        </pc:spChg>
        <pc:spChg chg="mod">
          <ac:chgData name="Phan Thị Phương Thảo" userId="5e20b118-a43f-40d0-b348-7c62f5161c57" providerId="ADAL" clId="{F6AAE106-DC48-40CA-B515-5811AE2EA96A}" dt="2025-11-05T03:32:48.288" v="13293" actId="1076"/>
          <ac:spMkLst>
            <pc:docMk/>
            <pc:sldMk cId="2996664252" sldId="273"/>
            <ac:spMk id="12" creationId="{B9DF5937-7E59-BED6-DB07-A4005B8B540F}"/>
          </ac:spMkLst>
        </pc:spChg>
        <pc:spChg chg="add mod">
          <ac:chgData name="Phan Thị Phương Thảo" userId="5e20b118-a43f-40d0-b348-7c62f5161c57" providerId="ADAL" clId="{F6AAE106-DC48-40CA-B515-5811AE2EA96A}" dt="2025-11-04T19:00:01.650" v="12552" actId="14100"/>
          <ac:spMkLst>
            <pc:docMk/>
            <pc:sldMk cId="2996664252" sldId="273"/>
            <ac:spMk id="13" creationId="{F8618504-C801-2D69-D74C-97BD7FC3103F}"/>
          </ac:spMkLst>
        </pc:spChg>
        <pc:spChg chg="add mod">
          <ac:chgData name="Phan Thị Phương Thảo" userId="5e20b118-a43f-40d0-b348-7c62f5161c57" providerId="ADAL" clId="{F6AAE106-DC48-40CA-B515-5811AE2EA96A}" dt="2025-11-04T18:58:19.742" v="12111" actId="20577"/>
          <ac:spMkLst>
            <pc:docMk/>
            <pc:sldMk cId="2996664252" sldId="273"/>
            <ac:spMk id="14" creationId="{170BA88A-7D7B-6F66-E069-526CEBC5E9FD}"/>
          </ac:spMkLst>
        </pc:spChg>
        <pc:spChg chg="add mod">
          <ac:chgData name="Phan Thị Phương Thảo" userId="5e20b118-a43f-40d0-b348-7c62f5161c57" providerId="ADAL" clId="{F6AAE106-DC48-40CA-B515-5811AE2EA96A}" dt="2025-11-04T18:59:05.477" v="12379" actId="20577"/>
          <ac:spMkLst>
            <pc:docMk/>
            <pc:sldMk cId="2996664252" sldId="273"/>
            <ac:spMk id="15" creationId="{31785557-4932-4CEA-695A-1AB383EC91AE}"/>
          </ac:spMkLst>
        </pc:spChg>
        <pc:spChg chg="add mod">
          <ac:chgData name="Phan Thị Phương Thảo" userId="5e20b118-a43f-40d0-b348-7c62f5161c57" providerId="ADAL" clId="{F6AAE106-DC48-40CA-B515-5811AE2EA96A}" dt="2025-11-04T18:59:36.697" v="12457" actId="1076"/>
          <ac:spMkLst>
            <pc:docMk/>
            <pc:sldMk cId="2996664252" sldId="273"/>
            <ac:spMk id="16" creationId="{BCBB7145-3B2D-97FC-77D5-AED14D43C476}"/>
          </ac:spMkLst>
        </pc:spChg>
        <pc:picChg chg="add mod">
          <ac:chgData name="Phan Thị Phương Thảo" userId="5e20b118-a43f-40d0-b348-7c62f5161c57" providerId="ADAL" clId="{F6AAE106-DC48-40CA-B515-5811AE2EA96A}" dt="2025-11-05T02:59:01.948" v="13232"/>
          <ac:picMkLst>
            <pc:docMk/>
            <pc:sldMk cId="2996664252" sldId="273"/>
            <ac:picMk id="7" creationId="{0828DE44-D07D-D03D-6900-72F0D6EC35A6}"/>
          </ac:picMkLst>
        </pc:picChg>
      </pc:sldChg>
      <pc:sldChg chg="addSp modSp add mod ord">
        <pc:chgData name="Phan Thị Phương Thảo" userId="5e20b118-a43f-40d0-b348-7c62f5161c57" providerId="ADAL" clId="{F6AAE106-DC48-40CA-B515-5811AE2EA96A}" dt="2025-11-05T09:29:47.356" v="13387" actId="1076"/>
        <pc:sldMkLst>
          <pc:docMk/>
          <pc:sldMk cId="2361316490" sldId="274"/>
        </pc:sldMkLst>
        <pc:spChg chg="mod">
          <ac:chgData name="Phan Thị Phương Thảo" userId="5e20b118-a43f-40d0-b348-7c62f5161c57" providerId="ADAL" clId="{F6AAE106-DC48-40CA-B515-5811AE2EA96A}" dt="2025-11-05T02:33:25.431" v="13219" actId="14100"/>
          <ac:spMkLst>
            <pc:docMk/>
            <pc:sldMk cId="2361316490" sldId="274"/>
            <ac:spMk id="2" creationId="{24218AD8-DCAB-DD04-E7C0-7E0739887B2D}"/>
          </ac:spMkLst>
        </pc:spChg>
        <pc:spChg chg="mod">
          <ac:chgData name="Phan Thị Phương Thảo" userId="5e20b118-a43f-40d0-b348-7c62f5161c57" providerId="ADAL" clId="{F6AAE106-DC48-40CA-B515-5811AE2EA96A}" dt="2025-11-05T09:29:47.356" v="13387" actId="1076"/>
          <ac:spMkLst>
            <pc:docMk/>
            <pc:sldMk cId="2361316490" sldId="274"/>
            <ac:spMk id="3" creationId="{06E1CEB6-6C7C-62BD-85D1-48F4671EB5BA}"/>
          </ac:spMkLst>
        </pc:spChg>
        <pc:spChg chg="mod">
          <ac:chgData name="Phan Thị Phương Thảo" userId="5e20b118-a43f-40d0-b348-7c62f5161c57" providerId="ADAL" clId="{F6AAE106-DC48-40CA-B515-5811AE2EA96A}" dt="2025-11-05T06:19:06.108" v="13376" actId="1076"/>
          <ac:spMkLst>
            <pc:docMk/>
            <pc:sldMk cId="2361316490" sldId="274"/>
            <ac:spMk id="5" creationId="{05516020-4090-5A4F-8A29-DBCC533813CA}"/>
          </ac:spMkLst>
        </pc:spChg>
        <pc:spChg chg="mod">
          <ac:chgData name="Phan Thị Phương Thảo" userId="5e20b118-a43f-40d0-b348-7c62f5161c57" providerId="ADAL" clId="{F6AAE106-DC48-40CA-B515-5811AE2EA96A}" dt="2025-11-05T03:35:51.787" v="13301" actId="255"/>
          <ac:spMkLst>
            <pc:docMk/>
            <pc:sldMk cId="2361316490" sldId="274"/>
            <ac:spMk id="7" creationId="{8CDF530F-E5FA-99AB-EE9F-8E578D718FCB}"/>
          </ac:spMkLst>
        </pc:spChg>
        <pc:picChg chg="add mod">
          <ac:chgData name="Phan Thị Phương Thảo" userId="5e20b118-a43f-40d0-b348-7c62f5161c57" providerId="ADAL" clId="{F6AAE106-DC48-40CA-B515-5811AE2EA96A}" dt="2025-11-05T02:58:56.603" v="13231" actId="1076"/>
          <ac:picMkLst>
            <pc:docMk/>
            <pc:sldMk cId="2361316490" sldId="274"/>
            <ac:picMk id="6" creationId="{EF627C93-DF46-C81C-94D2-50A5EEDFCAE9}"/>
          </ac:picMkLst>
        </pc:picChg>
      </pc:sldChg>
      <pc:sldChg chg="addSp delSp modSp add mod ord">
        <pc:chgData name="Phan Thị Phương Thảo" userId="5e20b118-a43f-40d0-b348-7c62f5161c57" providerId="ADAL" clId="{F6AAE106-DC48-40CA-B515-5811AE2EA96A}" dt="2025-11-05T03:39:51.058" v="13331" actId="255"/>
        <pc:sldMkLst>
          <pc:docMk/>
          <pc:sldMk cId="2458993530" sldId="275"/>
        </pc:sldMkLst>
        <pc:spChg chg="add mod">
          <ac:chgData name="Phan Thị Phương Thảo" userId="5e20b118-a43f-40d0-b348-7c62f5161c57" providerId="ADAL" clId="{F6AAE106-DC48-40CA-B515-5811AE2EA96A}" dt="2025-11-04T02:45:09.693" v="3894" actId="1076"/>
          <ac:spMkLst>
            <pc:docMk/>
            <pc:sldMk cId="2458993530" sldId="275"/>
            <ac:spMk id="4" creationId="{39C47E38-B24C-CFBF-0154-F38362C566C9}"/>
          </ac:spMkLst>
        </pc:spChg>
        <pc:spChg chg="add mod">
          <ac:chgData name="Phan Thị Phương Thảo" userId="5e20b118-a43f-40d0-b348-7c62f5161c57" providerId="ADAL" clId="{F6AAE106-DC48-40CA-B515-5811AE2EA96A}" dt="2025-11-05T03:13:27.960" v="13273"/>
          <ac:spMkLst>
            <pc:docMk/>
            <pc:sldMk cId="2458993530" sldId="275"/>
            <ac:spMk id="5" creationId="{9894A301-B956-D5BA-B3BF-0DCA2D7B2B5E}"/>
          </ac:spMkLst>
        </pc:spChg>
        <pc:spChg chg="mod">
          <ac:chgData name="Phan Thị Phương Thảo" userId="5e20b118-a43f-40d0-b348-7c62f5161c57" providerId="ADAL" clId="{F6AAE106-DC48-40CA-B515-5811AE2EA96A}" dt="2025-11-05T03:39:51.058" v="13331" actId="255"/>
          <ac:spMkLst>
            <pc:docMk/>
            <pc:sldMk cId="2458993530" sldId="275"/>
            <ac:spMk id="7" creationId="{22CBAABE-3F2C-C04B-958D-E53A94EEED59}"/>
          </ac:spMkLst>
        </pc:spChg>
        <pc:spChg chg="add mod">
          <ac:chgData name="Phan Thị Phương Thảo" userId="5e20b118-a43f-40d0-b348-7c62f5161c57" providerId="ADAL" clId="{F6AAE106-DC48-40CA-B515-5811AE2EA96A}" dt="2025-11-04T02:42:53.016" v="3874" actId="207"/>
          <ac:spMkLst>
            <pc:docMk/>
            <pc:sldMk cId="2458993530" sldId="275"/>
            <ac:spMk id="9" creationId="{FA0BFD04-94CC-9C5E-1BD3-7EDA5FAD76A6}"/>
          </ac:spMkLst>
        </pc:spChg>
        <pc:spChg chg="add mod">
          <ac:chgData name="Phan Thị Phương Thảo" userId="5e20b118-a43f-40d0-b348-7c62f5161c57" providerId="ADAL" clId="{F6AAE106-DC48-40CA-B515-5811AE2EA96A}" dt="2025-11-04T04:43:04.945" v="4543" actId="14100"/>
          <ac:spMkLst>
            <pc:docMk/>
            <pc:sldMk cId="2458993530" sldId="275"/>
            <ac:spMk id="10" creationId="{A4705C04-0421-AAF6-DC29-97E2F5CB918A}"/>
          </ac:spMkLst>
        </pc:spChg>
        <pc:spChg chg="add mod ord">
          <ac:chgData name="Phan Thị Phương Thảo" userId="5e20b118-a43f-40d0-b348-7c62f5161c57" providerId="ADAL" clId="{F6AAE106-DC48-40CA-B515-5811AE2EA96A}" dt="2025-11-04T06:17:34.232" v="5495" actId="1076"/>
          <ac:spMkLst>
            <pc:docMk/>
            <pc:sldMk cId="2458993530" sldId="275"/>
            <ac:spMk id="11" creationId="{146CF036-2B9D-171B-2732-D45889AB700E}"/>
          </ac:spMkLst>
        </pc:spChg>
        <pc:spChg chg="add mod">
          <ac:chgData name="Phan Thị Phương Thảo" userId="5e20b118-a43f-40d0-b348-7c62f5161c57" providerId="ADAL" clId="{F6AAE106-DC48-40CA-B515-5811AE2EA96A}" dt="2025-11-04T03:38:44.195" v="3933" actId="207"/>
          <ac:spMkLst>
            <pc:docMk/>
            <pc:sldMk cId="2458993530" sldId="275"/>
            <ac:spMk id="13" creationId="{9AF915C7-C3FD-893C-408B-E7549152F885}"/>
          </ac:spMkLst>
        </pc:spChg>
        <pc:spChg chg="add mod">
          <ac:chgData name="Phan Thị Phương Thảo" userId="5e20b118-a43f-40d0-b348-7c62f5161c57" providerId="ADAL" clId="{F6AAE106-DC48-40CA-B515-5811AE2EA96A}" dt="2025-11-04T03:41:59.261" v="4015" actId="207"/>
          <ac:spMkLst>
            <pc:docMk/>
            <pc:sldMk cId="2458993530" sldId="275"/>
            <ac:spMk id="14" creationId="{9BE10701-50C5-77AF-8E13-05964C9D307D}"/>
          </ac:spMkLst>
        </pc:spChg>
        <pc:spChg chg="add mod">
          <ac:chgData name="Phan Thị Phương Thảo" userId="5e20b118-a43f-40d0-b348-7c62f5161c57" providerId="ADAL" clId="{F6AAE106-DC48-40CA-B515-5811AE2EA96A}" dt="2025-11-04T03:42:03.243" v="4016" actId="207"/>
          <ac:spMkLst>
            <pc:docMk/>
            <pc:sldMk cId="2458993530" sldId="275"/>
            <ac:spMk id="15" creationId="{78AD2969-6EC4-5FE8-30A0-8A46646EC5B4}"/>
          </ac:spMkLst>
        </pc:spChg>
        <pc:spChg chg="add mod">
          <ac:chgData name="Phan Thị Phương Thảo" userId="5e20b118-a43f-40d0-b348-7c62f5161c57" providerId="ADAL" clId="{F6AAE106-DC48-40CA-B515-5811AE2EA96A}" dt="2025-11-04T03:42:09.952" v="4017" actId="207"/>
          <ac:spMkLst>
            <pc:docMk/>
            <pc:sldMk cId="2458993530" sldId="275"/>
            <ac:spMk id="16" creationId="{602EA88C-29C0-D706-052F-4F9D6C666AA0}"/>
          </ac:spMkLst>
        </pc:spChg>
        <pc:spChg chg="add mod">
          <ac:chgData name="Phan Thị Phương Thảo" userId="5e20b118-a43f-40d0-b348-7c62f5161c57" providerId="ADAL" clId="{F6AAE106-DC48-40CA-B515-5811AE2EA96A}" dt="2025-11-04T03:12:38.145" v="3931" actId="113"/>
          <ac:spMkLst>
            <pc:docMk/>
            <pc:sldMk cId="2458993530" sldId="275"/>
            <ac:spMk id="18" creationId="{8C85FA64-8BC7-3EA3-B399-B36808A76CCA}"/>
          </ac:spMkLst>
        </pc:spChg>
        <pc:spChg chg="add mod">
          <ac:chgData name="Phan Thị Phương Thảo" userId="5e20b118-a43f-40d0-b348-7c62f5161c57" providerId="ADAL" clId="{F6AAE106-DC48-40CA-B515-5811AE2EA96A}" dt="2025-11-04T03:39:07.312" v="3943" actId="14100"/>
          <ac:spMkLst>
            <pc:docMk/>
            <pc:sldMk cId="2458993530" sldId="275"/>
            <ac:spMk id="19" creationId="{26322696-05C5-1B34-33F9-9A78CE58A0B4}"/>
          </ac:spMkLst>
        </pc:spChg>
        <pc:spChg chg="add mod">
          <ac:chgData name="Phan Thị Phương Thảo" userId="5e20b118-a43f-40d0-b348-7c62f5161c57" providerId="ADAL" clId="{F6AAE106-DC48-40CA-B515-5811AE2EA96A}" dt="2025-11-04T03:39:32.817" v="3958" actId="1076"/>
          <ac:spMkLst>
            <pc:docMk/>
            <pc:sldMk cId="2458993530" sldId="275"/>
            <ac:spMk id="20" creationId="{D602019A-0115-C985-D716-35C9CB9878C3}"/>
          </ac:spMkLst>
        </pc:spChg>
        <pc:spChg chg="add mod">
          <ac:chgData name="Phan Thị Phương Thảo" userId="5e20b118-a43f-40d0-b348-7c62f5161c57" providerId="ADAL" clId="{F6AAE106-DC48-40CA-B515-5811AE2EA96A}" dt="2025-11-04T03:39:49.149" v="3973" actId="20577"/>
          <ac:spMkLst>
            <pc:docMk/>
            <pc:sldMk cId="2458993530" sldId="275"/>
            <ac:spMk id="21" creationId="{FD09525C-62FF-CEC6-35E6-8B07742FD1AB}"/>
          </ac:spMkLst>
        </pc:spChg>
        <pc:spChg chg="add mod">
          <ac:chgData name="Phan Thị Phương Thảo" userId="5e20b118-a43f-40d0-b348-7c62f5161c57" providerId="ADAL" clId="{F6AAE106-DC48-40CA-B515-5811AE2EA96A}" dt="2025-11-04T04:43:09.131" v="4544" actId="1076"/>
          <ac:spMkLst>
            <pc:docMk/>
            <pc:sldMk cId="2458993530" sldId="275"/>
            <ac:spMk id="23" creationId="{1F6E8AC8-1061-59C9-6D54-6B6EE0BA0B4F}"/>
          </ac:spMkLst>
        </pc:spChg>
        <pc:spChg chg="add mod">
          <ac:chgData name="Phan Thị Phương Thảo" userId="5e20b118-a43f-40d0-b348-7c62f5161c57" providerId="ADAL" clId="{F6AAE106-DC48-40CA-B515-5811AE2EA96A}" dt="2025-11-04T03:44:17.728" v="4037" actId="1076"/>
          <ac:spMkLst>
            <pc:docMk/>
            <pc:sldMk cId="2458993530" sldId="275"/>
            <ac:spMk id="29" creationId="{2C54181D-9BF5-95D8-F75F-7C40E24E2B02}"/>
          </ac:spMkLst>
        </pc:spChg>
        <pc:spChg chg="add mod">
          <ac:chgData name="Phan Thị Phương Thảo" userId="5e20b118-a43f-40d0-b348-7c62f5161c57" providerId="ADAL" clId="{F6AAE106-DC48-40CA-B515-5811AE2EA96A}" dt="2025-11-04T04:05:40.164" v="4159" actId="1076"/>
          <ac:spMkLst>
            <pc:docMk/>
            <pc:sldMk cId="2458993530" sldId="275"/>
            <ac:spMk id="31" creationId="{2FE93A6C-3094-863C-7AC4-003C465A9F13}"/>
          </ac:spMkLst>
        </pc:spChg>
        <pc:spChg chg="add mod">
          <ac:chgData name="Phan Thị Phương Thảo" userId="5e20b118-a43f-40d0-b348-7c62f5161c57" providerId="ADAL" clId="{F6AAE106-DC48-40CA-B515-5811AE2EA96A}" dt="2025-11-04T04:32:08.444" v="4489" actId="1076"/>
          <ac:spMkLst>
            <pc:docMk/>
            <pc:sldMk cId="2458993530" sldId="275"/>
            <ac:spMk id="33" creationId="{4818A9A6-8109-328E-07C3-D29EEC6ADA58}"/>
          </ac:spMkLst>
        </pc:spChg>
        <pc:spChg chg="add mod">
          <ac:chgData name="Phan Thị Phương Thảo" userId="5e20b118-a43f-40d0-b348-7c62f5161c57" providerId="ADAL" clId="{F6AAE106-DC48-40CA-B515-5811AE2EA96A}" dt="2025-11-04T04:32:35.413" v="4493" actId="1076"/>
          <ac:spMkLst>
            <pc:docMk/>
            <pc:sldMk cId="2458993530" sldId="275"/>
            <ac:spMk id="35" creationId="{55A40B14-A8A3-1CDF-6A42-F57745E3C0B6}"/>
          </ac:spMkLst>
        </pc:spChg>
        <pc:spChg chg="add mod">
          <ac:chgData name="Phan Thị Phương Thảo" userId="5e20b118-a43f-40d0-b348-7c62f5161c57" providerId="ADAL" clId="{F6AAE106-DC48-40CA-B515-5811AE2EA96A}" dt="2025-11-04T04:42:07.384" v="4507" actId="1076"/>
          <ac:spMkLst>
            <pc:docMk/>
            <pc:sldMk cId="2458993530" sldId="275"/>
            <ac:spMk id="38" creationId="{73A429E0-EA35-7FC9-3B28-923D34162DC0}"/>
          </ac:spMkLst>
        </pc:spChg>
        <pc:spChg chg="add mod">
          <ac:chgData name="Phan Thị Phương Thảo" userId="5e20b118-a43f-40d0-b348-7c62f5161c57" providerId="ADAL" clId="{F6AAE106-DC48-40CA-B515-5811AE2EA96A}" dt="2025-11-04T06:16:53.117" v="5489" actId="14100"/>
          <ac:spMkLst>
            <pc:docMk/>
            <pc:sldMk cId="2458993530" sldId="275"/>
            <ac:spMk id="41" creationId="{EF6FA1CB-3156-549C-EB04-F76D24372302}"/>
          </ac:spMkLst>
        </pc:spChg>
        <pc:spChg chg="add mod">
          <ac:chgData name="Phan Thị Phương Thảo" userId="5e20b118-a43f-40d0-b348-7c62f5161c57" providerId="ADAL" clId="{F6AAE106-DC48-40CA-B515-5811AE2EA96A}" dt="2025-11-04T06:17:01.358" v="5491" actId="14100"/>
          <ac:spMkLst>
            <pc:docMk/>
            <pc:sldMk cId="2458993530" sldId="275"/>
            <ac:spMk id="42" creationId="{A2C23A44-6B86-0160-B9FF-959183B5DC82}"/>
          </ac:spMkLst>
        </pc:spChg>
        <pc:spChg chg="add mod ord">
          <ac:chgData name="Phan Thị Phương Thảo" userId="5e20b118-a43f-40d0-b348-7c62f5161c57" providerId="ADAL" clId="{F6AAE106-DC48-40CA-B515-5811AE2EA96A}" dt="2025-11-04T04:32:04.281" v="4488" actId="14100"/>
          <ac:spMkLst>
            <pc:docMk/>
            <pc:sldMk cId="2458993530" sldId="275"/>
            <ac:spMk id="43" creationId="{E190C48A-7C0D-D769-D00A-75C1ADFB4173}"/>
          </ac:spMkLst>
        </pc:spChg>
        <pc:spChg chg="add mod ord">
          <ac:chgData name="Phan Thị Phương Thảo" userId="5e20b118-a43f-40d0-b348-7c62f5161c57" providerId="ADAL" clId="{F6AAE106-DC48-40CA-B515-5811AE2EA96A}" dt="2025-11-04T04:32:38.297" v="4494" actId="14100"/>
          <ac:spMkLst>
            <pc:docMk/>
            <pc:sldMk cId="2458993530" sldId="275"/>
            <ac:spMk id="44" creationId="{9A04DACD-9D15-11C7-450F-0E4E7B897323}"/>
          </ac:spMkLst>
        </pc:spChg>
        <pc:spChg chg="add mod ord">
          <ac:chgData name="Phan Thị Phương Thảo" userId="5e20b118-a43f-40d0-b348-7c62f5161c57" providerId="ADAL" clId="{F6AAE106-DC48-40CA-B515-5811AE2EA96A}" dt="2025-11-04T04:33:00.176" v="4499" actId="1076"/>
          <ac:spMkLst>
            <pc:docMk/>
            <pc:sldMk cId="2458993530" sldId="275"/>
            <ac:spMk id="46" creationId="{4B66EDB3-768B-1E25-AF1B-FCBD72335109}"/>
          </ac:spMkLst>
        </pc:spChg>
        <pc:spChg chg="add mod">
          <ac:chgData name="Phan Thị Phương Thảo" userId="5e20b118-a43f-40d0-b348-7c62f5161c57" providerId="ADAL" clId="{F6AAE106-DC48-40CA-B515-5811AE2EA96A}" dt="2025-11-04T04:42:01.466" v="4506" actId="1076"/>
          <ac:spMkLst>
            <pc:docMk/>
            <pc:sldMk cId="2458993530" sldId="275"/>
            <ac:spMk id="47" creationId="{71F18145-30E1-91F7-3592-411FB9D40072}"/>
          </ac:spMkLst>
        </pc:spChg>
        <pc:spChg chg="add mod">
          <ac:chgData name="Phan Thị Phương Thảo" userId="5e20b118-a43f-40d0-b348-7c62f5161c57" providerId="ADAL" clId="{F6AAE106-DC48-40CA-B515-5811AE2EA96A}" dt="2025-11-04T04:42:58.319" v="4542" actId="20577"/>
          <ac:spMkLst>
            <pc:docMk/>
            <pc:sldMk cId="2458993530" sldId="275"/>
            <ac:spMk id="48" creationId="{AFF652FB-D210-B116-7DF1-D506E862C746}"/>
          </ac:spMkLst>
        </pc:spChg>
        <pc:spChg chg="add mod">
          <ac:chgData name="Phan Thị Phương Thảo" userId="5e20b118-a43f-40d0-b348-7c62f5161c57" providerId="ADAL" clId="{F6AAE106-DC48-40CA-B515-5811AE2EA96A}" dt="2025-11-04T04:43:23.562" v="4546" actId="1076"/>
          <ac:spMkLst>
            <pc:docMk/>
            <pc:sldMk cId="2458993530" sldId="275"/>
            <ac:spMk id="50" creationId="{26296662-7579-3B96-14F4-849EA82CA71F}"/>
          </ac:spMkLst>
        </pc:spChg>
        <pc:spChg chg="add mod">
          <ac:chgData name="Phan Thị Phương Thảo" userId="5e20b118-a43f-40d0-b348-7c62f5161c57" providerId="ADAL" clId="{F6AAE106-DC48-40CA-B515-5811AE2EA96A}" dt="2025-11-04T04:45:26.875" v="4565" actId="1076"/>
          <ac:spMkLst>
            <pc:docMk/>
            <pc:sldMk cId="2458993530" sldId="275"/>
            <ac:spMk id="51" creationId="{7BB44683-A149-3D86-113E-D0A79BA43829}"/>
          </ac:spMkLst>
        </pc:spChg>
        <pc:spChg chg="add mod">
          <ac:chgData name="Phan Thị Phương Thảo" userId="5e20b118-a43f-40d0-b348-7c62f5161c57" providerId="ADAL" clId="{F6AAE106-DC48-40CA-B515-5811AE2EA96A}" dt="2025-11-04T04:43:32.076" v="4548" actId="1076"/>
          <ac:spMkLst>
            <pc:docMk/>
            <pc:sldMk cId="2458993530" sldId="275"/>
            <ac:spMk id="52" creationId="{6EEEF461-2529-B65B-ED16-B9A1DD84EA28}"/>
          </ac:spMkLst>
        </pc:spChg>
        <pc:spChg chg="add mod">
          <ac:chgData name="Phan Thị Phương Thảo" userId="5e20b118-a43f-40d0-b348-7c62f5161c57" providerId="ADAL" clId="{F6AAE106-DC48-40CA-B515-5811AE2EA96A}" dt="2025-11-04T04:45:40.016" v="4575" actId="1076"/>
          <ac:spMkLst>
            <pc:docMk/>
            <pc:sldMk cId="2458993530" sldId="275"/>
            <ac:spMk id="53" creationId="{62FE810C-86CA-1DA2-6C57-FDB2D0FB6A88}"/>
          </ac:spMkLst>
        </pc:spChg>
        <pc:picChg chg="add mod">
          <ac:chgData name="Phan Thị Phương Thảo" userId="5e20b118-a43f-40d0-b348-7c62f5161c57" providerId="ADAL" clId="{F6AAE106-DC48-40CA-B515-5811AE2EA96A}" dt="2025-11-05T03:13:27.960" v="13273"/>
          <ac:picMkLst>
            <pc:docMk/>
            <pc:sldMk cId="2458993530" sldId="275"/>
            <ac:picMk id="6" creationId="{5E3D5E76-9F9D-43C2-2E44-026A5A682EAE}"/>
          </ac:picMkLst>
        </pc:picChg>
        <pc:picChg chg="add mod">
          <ac:chgData name="Phan Thị Phương Thảo" userId="5e20b118-a43f-40d0-b348-7c62f5161c57" providerId="ADAL" clId="{F6AAE106-DC48-40CA-B515-5811AE2EA96A}" dt="2025-11-04T02:38:47.936" v="3871" actId="14100"/>
          <ac:picMkLst>
            <pc:docMk/>
            <pc:sldMk cId="2458993530" sldId="275"/>
            <ac:picMk id="8" creationId="{99293BF2-C025-91CD-E6F7-8D0CA6B363DA}"/>
          </ac:picMkLst>
        </pc:picChg>
        <pc:cxnChg chg="add mod">
          <ac:chgData name="Phan Thị Phương Thảo" userId="5e20b118-a43f-40d0-b348-7c62f5161c57" providerId="ADAL" clId="{F6AAE106-DC48-40CA-B515-5811AE2EA96A}" dt="2025-11-04T04:43:04.945" v="4543" actId="14100"/>
          <ac:cxnSpMkLst>
            <pc:docMk/>
            <pc:sldMk cId="2458993530" sldId="275"/>
            <ac:cxnSpMk id="26" creationId="{F090F838-95B7-A89D-7FAA-A748158F7855}"/>
          </ac:cxnSpMkLst>
        </pc:cxnChg>
        <pc:cxnChg chg="add mod">
          <ac:chgData name="Phan Thị Phương Thảo" userId="5e20b118-a43f-40d0-b348-7c62f5161c57" providerId="ADAL" clId="{F6AAE106-DC48-40CA-B515-5811AE2EA96A}" dt="2025-11-04T06:17:34.232" v="5495" actId="1076"/>
          <ac:cxnSpMkLst>
            <pc:docMk/>
            <pc:sldMk cId="2458993530" sldId="275"/>
            <ac:cxnSpMk id="28" creationId="{D309DB28-C171-5A4F-451B-1082AA737C0F}"/>
          </ac:cxnSpMkLst>
        </pc:cxnChg>
      </pc:sldChg>
      <pc:sldChg chg="addSp delSp modSp add mod">
        <pc:chgData name="Phan Thị Phương Thảo" userId="5e20b118-a43f-40d0-b348-7c62f5161c57" providerId="ADAL" clId="{F6AAE106-DC48-40CA-B515-5811AE2EA96A}" dt="2025-11-05T03:40:03.004" v="13333" actId="255"/>
        <pc:sldMkLst>
          <pc:docMk/>
          <pc:sldMk cId="1692450546" sldId="276"/>
        </pc:sldMkLst>
        <pc:spChg chg="mod">
          <ac:chgData name="Phan Thị Phương Thảo" userId="5e20b118-a43f-40d0-b348-7c62f5161c57" providerId="ADAL" clId="{F6AAE106-DC48-40CA-B515-5811AE2EA96A}" dt="2025-11-04T04:52:37.656" v="4782" actId="20577"/>
          <ac:spMkLst>
            <pc:docMk/>
            <pc:sldMk cId="1692450546" sldId="276"/>
            <ac:spMk id="4" creationId="{B9C76DA8-A844-0F5B-C9EC-20788A6225DB}"/>
          </ac:spMkLst>
        </pc:spChg>
        <pc:spChg chg="add mod">
          <ac:chgData name="Phan Thị Phương Thảo" userId="5e20b118-a43f-40d0-b348-7c62f5161c57" providerId="ADAL" clId="{F6AAE106-DC48-40CA-B515-5811AE2EA96A}" dt="2025-11-04T06:31:34.316" v="6007" actId="14100"/>
          <ac:spMkLst>
            <pc:docMk/>
            <pc:sldMk cId="1692450546" sldId="276"/>
            <ac:spMk id="5" creationId="{2037F826-BBA2-EC0E-CD14-928AC9499C13}"/>
          </ac:spMkLst>
        </pc:spChg>
        <pc:spChg chg="add mod">
          <ac:chgData name="Phan Thị Phương Thảo" userId="5e20b118-a43f-40d0-b348-7c62f5161c57" providerId="ADAL" clId="{F6AAE106-DC48-40CA-B515-5811AE2EA96A}" dt="2025-11-04T06:31:43.618" v="6009" actId="14100"/>
          <ac:spMkLst>
            <pc:docMk/>
            <pc:sldMk cId="1692450546" sldId="276"/>
            <ac:spMk id="6" creationId="{CF85B03F-80EB-A72D-31EC-8EE1DAA0B308}"/>
          </ac:spMkLst>
        </pc:spChg>
        <pc:spChg chg="add mod">
          <ac:chgData name="Phan Thị Phương Thảo" userId="5e20b118-a43f-40d0-b348-7c62f5161c57" providerId="ADAL" clId="{F6AAE106-DC48-40CA-B515-5811AE2EA96A}" dt="2025-11-04T06:33:22.803" v="6191" actId="14100"/>
          <ac:spMkLst>
            <pc:docMk/>
            <pc:sldMk cId="1692450546" sldId="276"/>
            <ac:spMk id="7" creationId="{8F0784EB-E691-87C7-6BA2-29E3C8DA6399}"/>
          </ac:spMkLst>
        </pc:spChg>
        <pc:spChg chg="add mod">
          <ac:chgData name="Phan Thị Phương Thảo" userId="5e20b118-a43f-40d0-b348-7c62f5161c57" providerId="ADAL" clId="{F6AAE106-DC48-40CA-B515-5811AE2EA96A}" dt="2025-11-05T03:13:36.324" v="13274"/>
          <ac:spMkLst>
            <pc:docMk/>
            <pc:sldMk cId="1692450546" sldId="276"/>
            <ac:spMk id="8" creationId="{50706C45-D626-5912-7E85-B48B0DD817A6}"/>
          </ac:spMkLst>
        </pc:spChg>
        <pc:spChg chg="mod">
          <ac:chgData name="Phan Thị Phương Thảo" userId="5e20b118-a43f-40d0-b348-7c62f5161c57" providerId="ADAL" clId="{F6AAE106-DC48-40CA-B515-5811AE2EA96A}" dt="2025-11-05T03:40:03.004" v="13333" actId="255"/>
          <ac:spMkLst>
            <pc:docMk/>
            <pc:sldMk cId="1692450546" sldId="276"/>
            <ac:spMk id="10" creationId="{5576F748-93BB-9039-8EEA-D4A64D5F24BB}"/>
          </ac:spMkLst>
        </pc:spChg>
        <pc:spChg chg="add mod ord">
          <ac:chgData name="Phan Thị Phương Thảo" userId="5e20b118-a43f-40d0-b348-7c62f5161c57" providerId="ADAL" clId="{F6AAE106-DC48-40CA-B515-5811AE2EA96A}" dt="2025-11-04T06:33:20.284" v="6190" actId="14100"/>
          <ac:spMkLst>
            <pc:docMk/>
            <pc:sldMk cId="1692450546" sldId="276"/>
            <ac:spMk id="12" creationId="{9315DE69-DD7D-5912-BB35-A91E461C2E8A}"/>
          </ac:spMkLst>
        </pc:spChg>
        <pc:spChg chg="add mod">
          <ac:chgData name="Phan Thị Phương Thảo" userId="5e20b118-a43f-40d0-b348-7c62f5161c57" providerId="ADAL" clId="{F6AAE106-DC48-40CA-B515-5811AE2EA96A}" dt="2025-11-04T06:33:34.488" v="6194" actId="1076"/>
          <ac:spMkLst>
            <pc:docMk/>
            <pc:sldMk cId="1692450546" sldId="276"/>
            <ac:spMk id="17" creationId="{A1D64585-3430-F6BF-201A-DCAC34E4265B}"/>
          </ac:spMkLst>
        </pc:spChg>
        <pc:spChg chg="add mod">
          <ac:chgData name="Phan Thị Phương Thảo" userId="5e20b118-a43f-40d0-b348-7c62f5161c57" providerId="ADAL" clId="{F6AAE106-DC48-40CA-B515-5811AE2EA96A}" dt="2025-11-04T06:33:27.990" v="6193" actId="1076"/>
          <ac:spMkLst>
            <pc:docMk/>
            <pc:sldMk cId="1692450546" sldId="276"/>
            <ac:spMk id="22" creationId="{E4B96AFB-3A00-9DA5-B43B-B64007068772}"/>
          </ac:spMkLst>
        </pc:spChg>
        <pc:spChg chg="add mod">
          <ac:chgData name="Phan Thị Phương Thảo" userId="5e20b118-a43f-40d0-b348-7c62f5161c57" providerId="ADAL" clId="{F6AAE106-DC48-40CA-B515-5811AE2EA96A}" dt="2025-11-04T06:33:25.299" v="6192" actId="14100"/>
          <ac:spMkLst>
            <pc:docMk/>
            <pc:sldMk cId="1692450546" sldId="276"/>
            <ac:spMk id="24" creationId="{A9D60B79-5B24-AB0E-9E45-194602095793}"/>
          </ac:spMkLst>
        </pc:spChg>
        <pc:spChg chg="add mod">
          <ac:chgData name="Phan Thị Phương Thảo" userId="5e20b118-a43f-40d0-b348-7c62f5161c57" providerId="ADAL" clId="{F6AAE106-DC48-40CA-B515-5811AE2EA96A}" dt="2025-11-04T06:31:25.987" v="6006" actId="14100"/>
          <ac:spMkLst>
            <pc:docMk/>
            <pc:sldMk cId="1692450546" sldId="276"/>
            <ac:spMk id="27" creationId="{1AF19AB1-24A6-85DD-184B-5775FE962C4E}"/>
          </ac:spMkLst>
        </pc:spChg>
        <pc:spChg chg="add mod">
          <ac:chgData name="Phan Thị Phương Thảo" userId="5e20b118-a43f-40d0-b348-7c62f5161c57" providerId="ADAL" clId="{F6AAE106-DC48-40CA-B515-5811AE2EA96A}" dt="2025-11-04T06:31:37.311" v="6008" actId="14100"/>
          <ac:spMkLst>
            <pc:docMk/>
            <pc:sldMk cId="1692450546" sldId="276"/>
            <ac:spMk id="30" creationId="{B2BA3F6F-F37D-24CA-C8AB-D997205CEEEE}"/>
          </ac:spMkLst>
        </pc:spChg>
        <pc:spChg chg="add mod">
          <ac:chgData name="Phan Thị Phương Thảo" userId="5e20b118-a43f-40d0-b348-7c62f5161c57" providerId="ADAL" clId="{F6AAE106-DC48-40CA-B515-5811AE2EA96A}" dt="2025-11-04T06:32:12.157" v="6013" actId="1076"/>
          <ac:spMkLst>
            <pc:docMk/>
            <pc:sldMk cId="1692450546" sldId="276"/>
            <ac:spMk id="32" creationId="{C3ED578C-B67A-04A5-36AE-C742972579EC}"/>
          </ac:spMkLst>
        </pc:spChg>
        <pc:spChg chg="add mod">
          <ac:chgData name="Phan Thị Phương Thảo" userId="5e20b118-a43f-40d0-b348-7c62f5161c57" providerId="ADAL" clId="{F6AAE106-DC48-40CA-B515-5811AE2EA96A}" dt="2025-11-04T06:33:11.063" v="6189" actId="1076"/>
          <ac:spMkLst>
            <pc:docMk/>
            <pc:sldMk cId="1692450546" sldId="276"/>
            <ac:spMk id="34" creationId="{9B8D711F-D958-F6D7-EEA1-D0B18A83BEF3}"/>
          </ac:spMkLst>
        </pc:spChg>
        <pc:spChg chg="add mod">
          <ac:chgData name="Phan Thị Phương Thảo" userId="5e20b118-a43f-40d0-b348-7c62f5161c57" providerId="ADAL" clId="{F6AAE106-DC48-40CA-B515-5811AE2EA96A}" dt="2025-11-04T06:34:42.331" v="6307" actId="1076"/>
          <ac:spMkLst>
            <pc:docMk/>
            <pc:sldMk cId="1692450546" sldId="276"/>
            <ac:spMk id="36" creationId="{264DA7F1-19DB-6658-C741-2ED6880C0F36}"/>
          </ac:spMkLst>
        </pc:spChg>
        <pc:spChg chg="add mod">
          <ac:chgData name="Phan Thị Phương Thảo" userId="5e20b118-a43f-40d0-b348-7c62f5161c57" providerId="ADAL" clId="{F6AAE106-DC48-40CA-B515-5811AE2EA96A}" dt="2025-11-04T06:36:20.360" v="6386" actId="113"/>
          <ac:spMkLst>
            <pc:docMk/>
            <pc:sldMk cId="1692450546" sldId="276"/>
            <ac:spMk id="37" creationId="{523CFCB9-441C-7BC9-918C-ACF03DED41D3}"/>
          </ac:spMkLst>
        </pc:spChg>
        <pc:picChg chg="add mod">
          <ac:chgData name="Phan Thị Phương Thảo" userId="5e20b118-a43f-40d0-b348-7c62f5161c57" providerId="ADAL" clId="{F6AAE106-DC48-40CA-B515-5811AE2EA96A}" dt="2025-11-05T03:13:36.324" v="13274"/>
          <ac:picMkLst>
            <pc:docMk/>
            <pc:sldMk cId="1692450546" sldId="276"/>
            <ac:picMk id="9" creationId="{66E4D284-B4D0-1C8E-A1F7-02B55277E0F0}"/>
          </ac:picMkLst>
        </pc:picChg>
      </pc:sldChg>
      <pc:sldChg chg="addSp delSp modSp add mod">
        <pc:chgData name="Phan Thị Phương Thảo" userId="5e20b118-a43f-40d0-b348-7c62f5161c57" providerId="ADAL" clId="{F6AAE106-DC48-40CA-B515-5811AE2EA96A}" dt="2025-11-05T03:40:13.865" v="13335" actId="255"/>
        <pc:sldMkLst>
          <pc:docMk/>
          <pc:sldMk cId="3806161118" sldId="277"/>
        </pc:sldMkLst>
        <pc:spChg chg="mod">
          <ac:chgData name="Phan Thị Phương Thảo" userId="5e20b118-a43f-40d0-b348-7c62f5161c57" providerId="ADAL" clId="{F6AAE106-DC48-40CA-B515-5811AE2EA96A}" dt="2025-11-04T04:53:57.618" v="4841" actId="20577"/>
          <ac:spMkLst>
            <pc:docMk/>
            <pc:sldMk cId="3806161118" sldId="277"/>
            <ac:spMk id="4" creationId="{E6FEA61B-F352-CC90-9C09-330671BA5B72}"/>
          </ac:spMkLst>
        </pc:spChg>
        <pc:spChg chg="add del mod">
          <ac:chgData name="Phan Thị Phương Thảo" userId="5e20b118-a43f-40d0-b348-7c62f5161c57" providerId="ADAL" clId="{F6AAE106-DC48-40CA-B515-5811AE2EA96A}" dt="2025-11-04T14:36:21.362" v="8461" actId="20577"/>
          <ac:spMkLst>
            <pc:docMk/>
            <pc:sldMk cId="3806161118" sldId="277"/>
            <ac:spMk id="5" creationId="{174AF74A-DD98-F388-CCD8-A0861E2E29F4}"/>
          </ac:spMkLst>
        </pc:spChg>
        <pc:spChg chg="add mod">
          <ac:chgData name="Phan Thị Phương Thảo" userId="5e20b118-a43f-40d0-b348-7c62f5161c57" providerId="ADAL" clId="{F6AAE106-DC48-40CA-B515-5811AE2EA96A}" dt="2025-11-05T03:13:42.120" v="13275"/>
          <ac:spMkLst>
            <pc:docMk/>
            <pc:sldMk cId="3806161118" sldId="277"/>
            <ac:spMk id="6" creationId="{D415F0C0-43AA-9D69-944B-91BC85D73522}"/>
          </ac:spMkLst>
        </pc:spChg>
        <pc:spChg chg="mod">
          <ac:chgData name="Phan Thị Phương Thảo" userId="5e20b118-a43f-40d0-b348-7c62f5161c57" providerId="ADAL" clId="{F6AAE106-DC48-40CA-B515-5811AE2EA96A}" dt="2025-11-05T03:40:13.865" v="13335" actId="255"/>
          <ac:spMkLst>
            <pc:docMk/>
            <pc:sldMk cId="3806161118" sldId="277"/>
            <ac:spMk id="8" creationId="{53DC4A26-FE57-5C97-34CF-7CA704B63145}"/>
          </ac:spMkLst>
        </pc:spChg>
        <pc:spChg chg="add mod">
          <ac:chgData name="Phan Thị Phương Thảo" userId="5e20b118-a43f-40d0-b348-7c62f5161c57" providerId="ADAL" clId="{F6AAE106-DC48-40CA-B515-5811AE2EA96A}" dt="2025-11-04T14:29:47.243" v="7373" actId="207"/>
          <ac:spMkLst>
            <pc:docMk/>
            <pc:sldMk cId="3806161118" sldId="277"/>
            <ac:spMk id="9" creationId="{C70DEFDF-8857-B4C9-6625-6A62DD699FC7}"/>
          </ac:spMkLst>
        </pc:spChg>
        <pc:picChg chg="add mod">
          <ac:chgData name="Phan Thị Phương Thảo" userId="5e20b118-a43f-40d0-b348-7c62f5161c57" providerId="ADAL" clId="{F6AAE106-DC48-40CA-B515-5811AE2EA96A}" dt="2025-11-05T03:13:42.120" v="13275"/>
          <ac:picMkLst>
            <pc:docMk/>
            <pc:sldMk cId="3806161118" sldId="277"/>
            <ac:picMk id="7" creationId="{278C8389-324A-C325-1310-817699227AEA}"/>
          </ac:picMkLst>
        </pc:picChg>
        <pc:picChg chg="add mod">
          <ac:chgData name="Phan Thị Phương Thảo" userId="5e20b118-a43f-40d0-b348-7c62f5161c57" providerId="ADAL" clId="{F6AAE106-DC48-40CA-B515-5811AE2EA96A}" dt="2025-11-04T08:20:01.415" v="6483" actId="14100"/>
          <ac:picMkLst>
            <pc:docMk/>
            <pc:sldMk cId="3806161118" sldId="277"/>
            <ac:picMk id="11" creationId="{E4197635-69BB-0213-E69D-62CC0821CBD8}"/>
          </ac:picMkLst>
        </pc:picChg>
        <pc:picChg chg="add mod">
          <ac:chgData name="Phan Thị Phương Thảo" userId="5e20b118-a43f-40d0-b348-7c62f5161c57" providerId="ADAL" clId="{F6AAE106-DC48-40CA-B515-5811AE2EA96A}" dt="2025-11-04T08:10:16.308" v="6467" actId="14100"/>
          <ac:picMkLst>
            <pc:docMk/>
            <pc:sldMk cId="3806161118" sldId="277"/>
            <ac:picMk id="15" creationId="{ABF50052-6A0F-BC15-2044-45F1C2341483}"/>
          </ac:picMkLst>
        </pc:picChg>
        <pc:picChg chg="add mod">
          <ac:chgData name="Phan Thị Phương Thảo" userId="5e20b118-a43f-40d0-b348-7c62f5161c57" providerId="ADAL" clId="{F6AAE106-DC48-40CA-B515-5811AE2EA96A}" dt="2025-11-04T08:19:58.442" v="6482" actId="14100"/>
          <ac:picMkLst>
            <pc:docMk/>
            <pc:sldMk cId="3806161118" sldId="277"/>
            <ac:picMk id="17" creationId="{A4F6C4B4-1435-4674-02E3-B7945966ECE0}"/>
          </ac:picMkLst>
        </pc:picChg>
      </pc:sldChg>
      <pc:sldChg chg="addSp delSp modSp add mod">
        <pc:chgData name="Phan Thị Phương Thảo" userId="5e20b118-a43f-40d0-b348-7c62f5161c57" providerId="ADAL" clId="{F6AAE106-DC48-40CA-B515-5811AE2EA96A}" dt="2025-11-05T03:41:45.406" v="13343" actId="255"/>
        <pc:sldMkLst>
          <pc:docMk/>
          <pc:sldMk cId="251852098" sldId="278"/>
        </pc:sldMkLst>
        <pc:spChg chg="mod">
          <ac:chgData name="Phan Thị Phương Thảo" userId="5e20b118-a43f-40d0-b348-7c62f5161c57" providerId="ADAL" clId="{F6AAE106-DC48-40CA-B515-5811AE2EA96A}" dt="2025-11-04T09:31:44.989" v="6795" actId="20577"/>
          <ac:spMkLst>
            <pc:docMk/>
            <pc:sldMk cId="251852098" sldId="278"/>
            <ac:spMk id="4" creationId="{86ACBCF0-7E8D-A7F3-7631-C323F77BFFDB}"/>
          </ac:spMkLst>
        </pc:spChg>
        <pc:spChg chg="add mod">
          <ac:chgData name="Phan Thị Phương Thảo" userId="5e20b118-a43f-40d0-b348-7c62f5161c57" providerId="ADAL" clId="{F6AAE106-DC48-40CA-B515-5811AE2EA96A}" dt="2025-11-04T14:52:11.308" v="9131" actId="14100"/>
          <ac:spMkLst>
            <pc:docMk/>
            <pc:sldMk cId="251852098" sldId="278"/>
            <ac:spMk id="5" creationId="{7B457C3A-7CCD-B70D-DA02-2CD0F8839C85}"/>
          </ac:spMkLst>
        </pc:spChg>
        <pc:spChg chg="add mod">
          <ac:chgData name="Phan Thị Phương Thảo" userId="5e20b118-a43f-40d0-b348-7c62f5161c57" providerId="ADAL" clId="{F6AAE106-DC48-40CA-B515-5811AE2EA96A}" dt="2025-11-05T03:14:01.744" v="13279"/>
          <ac:spMkLst>
            <pc:docMk/>
            <pc:sldMk cId="251852098" sldId="278"/>
            <ac:spMk id="7" creationId="{FDD3D805-A7CC-F6CF-35D8-519F68163298}"/>
          </ac:spMkLst>
        </pc:spChg>
        <pc:spChg chg="mod">
          <ac:chgData name="Phan Thị Phương Thảo" userId="5e20b118-a43f-40d0-b348-7c62f5161c57" providerId="ADAL" clId="{F6AAE106-DC48-40CA-B515-5811AE2EA96A}" dt="2025-11-05T03:41:45.406" v="13343" actId="255"/>
          <ac:spMkLst>
            <pc:docMk/>
            <pc:sldMk cId="251852098" sldId="278"/>
            <ac:spMk id="10" creationId="{57F05EBA-8E0D-02E7-4ADA-6D037F38C087}"/>
          </ac:spMkLst>
        </pc:spChg>
        <pc:spChg chg="add mod">
          <ac:chgData name="Phan Thị Phương Thảo" userId="5e20b118-a43f-40d0-b348-7c62f5161c57" providerId="ADAL" clId="{F6AAE106-DC48-40CA-B515-5811AE2EA96A}" dt="2025-11-04T08:56:26.011" v="6632" actId="1076"/>
          <ac:spMkLst>
            <pc:docMk/>
            <pc:sldMk cId="251852098" sldId="278"/>
            <ac:spMk id="15" creationId="{B91AA655-E50C-992F-E2F9-6E2D2CDC9D1D}"/>
          </ac:spMkLst>
        </pc:spChg>
        <pc:spChg chg="add mod">
          <ac:chgData name="Phan Thị Phương Thảo" userId="5e20b118-a43f-40d0-b348-7c62f5161c57" providerId="ADAL" clId="{F6AAE106-DC48-40CA-B515-5811AE2EA96A}" dt="2025-11-04T08:57:07.094" v="6638" actId="20577"/>
          <ac:spMkLst>
            <pc:docMk/>
            <pc:sldMk cId="251852098" sldId="278"/>
            <ac:spMk id="16" creationId="{098E7B0E-C692-E46D-F0C8-F24FC804A439}"/>
          </ac:spMkLst>
        </pc:spChg>
        <pc:spChg chg="add mod">
          <ac:chgData name="Phan Thị Phương Thảo" userId="5e20b118-a43f-40d0-b348-7c62f5161c57" providerId="ADAL" clId="{F6AAE106-DC48-40CA-B515-5811AE2EA96A}" dt="2025-11-04T08:57:22.853" v="6642" actId="20577"/>
          <ac:spMkLst>
            <pc:docMk/>
            <pc:sldMk cId="251852098" sldId="278"/>
            <ac:spMk id="17" creationId="{DD84657B-BCD5-653D-237D-01277641071E}"/>
          </ac:spMkLst>
        </pc:spChg>
        <pc:spChg chg="add mod">
          <ac:chgData name="Phan Thị Phương Thảo" userId="5e20b118-a43f-40d0-b348-7c62f5161c57" providerId="ADAL" clId="{F6AAE106-DC48-40CA-B515-5811AE2EA96A}" dt="2025-11-04T08:57:38.147" v="6644" actId="1076"/>
          <ac:spMkLst>
            <pc:docMk/>
            <pc:sldMk cId="251852098" sldId="278"/>
            <ac:spMk id="18" creationId="{69BAB2A2-34C6-7A22-C767-13870C19702A}"/>
          </ac:spMkLst>
        </pc:spChg>
        <pc:spChg chg="add mod">
          <ac:chgData name="Phan Thị Phương Thảo" userId="5e20b118-a43f-40d0-b348-7c62f5161c57" providerId="ADAL" clId="{F6AAE106-DC48-40CA-B515-5811AE2EA96A}" dt="2025-11-04T09:05:58.104" v="6687" actId="20577"/>
          <ac:spMkLst>
            <pc:docMk/>
            <pc:sldMk cId="251852098" sldId="278"/>
            <ac:spMk id="22" creationId="{21EE8E8F-FBEB-1BE0-617E-5C700285666E}"/>
          </ac:spMkLst>
        </pc:spChg>
        <pc:spChg chg="add mod">
          <ac:chgData name="Phan Thị Phương Thảo" userId="5e20b118-a43f-40d0-b348-7c62f5161c57" providerId="ADAL" clId="{F6AAE106-DC48-40CA-B515-5811AE2EA96A}" dt="2025-11-04T09:06:33.280" v="6698" actId="1076"/>
          <ac:spMkLst>
            <pc:docMk/>
            <pc:sldMk cId="251852098" sldId="278"/>
            <ac:spMk id="23" creationId="{71F29B80-E832-1F74-38B1-49754527145C}"/>
          </ac:spMkLst>
        </pc:spChg>
        <pc:spChg chg="add mod">
          <ac:chgData name="Phan Thị Phương Thảo" userId="5e20b118-a43f-40d0-b348-7c62f5161c57" providerId="ADAL" clId="{F6AAE106-DC48-40CA-B515-5811AE2EA96A}" dt="2025-11-04T09:06:42.811" v="6700" actId="1076"/>
          <ac:spMkLst>
            <pc:docMk/>
            <pc:sldMk cId="251852098" sldId="278"/>
            <ac:spMk id="24" creationId="{629AF5F0-BAE1-5E0B-FCB7-1FCF40477A5E}"/>
          </ac:spMkLst>
        </pc:spChg>
        <pc:spChg chg="add mod">
          <ac:chgData name="Phan Thị Phương Thảo" userId="5e20b118-a43f-40d0-b348-7c62f5161c57" providerId="ADAL" clId="{F6AAE106-DC48-40CA-B515-5811AE2EA96A}" dt="2025-11-04T10:06:31.279" v="6984" actId="1582"/>
          <ac:spMkLst>
            <pc:docMk/>
            <pc:sldMk cId="251852098" sldId="278"/>
            <ac:spMk id="28" creationId="{D7927E9B-F09F-A568-9181-B8535E465342}"/>
          </ac:spMkLst>
        </pc:spChg>
        <pc:picChg chg="add mod">
          <ac:chgData name="Phan Thị Phương Thảo" userId="5e20b118-a43f-40d0-b348-7c62f5161c57" providerId="ADAL" clId="{F6AAE106-DC48-40CA-B515-5811AE2EA96A}" dt="2025-11-04T08:56:38.617" v="6635" actId="1076"/>
          <ac:picMkLst>
            <pc:docMk/>
            <pc:sldMk cId="251852098" sldId="278"/>
            <ac:picMk id="6" creationId="{53856A2F-2E15-9015-EB8C-944E1BB3CECE}"/>
          </ac:picMkLst>
        </pc:picChg>
        <pc:picChg chg="add mod">
          <ac:chgData name="Phan Thị Phương Thảo" userId="5e20b118-a43f-40d0-b348-7c62f5161c57" providerId="ADAL" clId="{F6AAE106-DC48-40CA-B515-5811AE2EA96A}" dt="2025-11-05T03:14:01.744" v="13279"/>
          <ac:picMkLst>
            <pc:docMk/>
            <pc:sldMk cId="251852098" sldId="278"/>
            <ac:picMk id="8" creationId="{872F8281-437A-32EF-EF14-2F626F3A9125}"/>
          </ac:picMkLst>
        </pc:picChg>
        <pc:picChg chg="add mod">
          <ac:chgData name="Phan Thị Phương Thảo" userId="5e20b118-a43f-40d0-b348-7c62f5161c57" providerId="ADAL" clId="{F6AAE106-DC48-40CA-B515-5811AE2EA96A}" dt="2025-11-04T08:48:53.839" v="6586" actId="14100"/>
          <ac:picMkLst>
            <pc:docMk/>
            <pc:sldMk cId="251852098" sldId="278"/>
            <ac:picMk id="9" creationId="{11991E2A-0197-30FE-704D-A5BD95CC1DD9}"/>
          </ac:picMkLst>
        </pc:picChg>
        <pc:picChg chg="add mod">
          <ac:chgData name="Phan Thị Phương Thảo" userId="5e20b118-a43f-40d0-b348-7c62f5161c57" providerId="ADAL" clId="{F6AAE106-DC48-40CA-B515-5811AE2EA96A}" dt="2025-11-04T08:54:28.629" v="6623" actId="1076"/>
          <ac:picMkLst>
            <pc:docMk/>
            <pc:sldMk cId="251852098" sldId="278"/>
            <ac:picMk id="11" creationId="{CC40E533-FFA4-3400-DD68-B334D051C4C0}"/>
          </ac:picMkLst>
        </pc:picChg>
        <pc:picChg chg="add mod">
          <ac:chgData name="Phan Thị Phương Thảo" userId="5e20b118-a43f-40d0-b348-7c62f5161c57" providerId="ADAL" clId="{F6AAE106-DC48-40CA-B515-5811AE2EA96A}" dt="2025-11-04T08:54:39.647" v="6625" actId="1076"/>
          <ac:picMkLst>
            <pc:docMk/>
            <pc:sldMk cId="251852098" sldId="278"/>
            <ac:picMk id="12" creationId="{006D7D06-FE5F-9FE9-CFC8-4B8024D0BEAA}"/>
          </ac:picMkLst>
        </pc:picChg>
        <pc:picChg chg="add mod">
          <ac:chgData name="Phan Thị Phương Thảo" userId="5e20b118-a43f-40d0-b348-7c62f5161c57" providerId="ADAL" clId="{F6AAE106-DC48-40CA-B515-5811AE2EA96A}" dt="2025-11-04T08:54:45.902" v="6627" actId="1076"/>
          <ac:picMkLst>
            <pc:docMk/>
            <pc:sldMk cId="251852098" sldId="278"/>
            <ac:picMk id="13" creationId="{B73AF74C-354E-95C3-F12A-9990654D1883}"/>
          </ac:picMkLst>
        </pc:picChg>
        <pc:picChg chg="add mod">
          <ac:chgData name="Phan Thị Phương Thảo" userId="5e20b118-a43f-40d0-b348-7c62f5161c57" providerId="ADAL" clId="{F6AAE106-DC48-40CA-B515-5811AE2EA96A}" dt="2025-11-04T08:54:54.376" v="6629" actId="1076"/>
          <ac:picMkLst>
            <pc:docMk/>
            <pc:sldMk cId="251852098" sldId="278"/>
            <ac:picMk id="14" creationId="{FD177DCC-8725-788B-3902-AFFD457D9684}"/>
          </ac:picMkLst>
        </pc:picChg>
        <pc:picChg chg="add mod">
          <ac:chgData name="Phan Thị Phương Thảo" userId="5e20b118-a43f-40d0-b348-7c62f5161c57" providerId="ADAL" clId="{F6AAE106-DC48-40CA-B515-5811AE2EA96A}" dt="2025-11-04T09:05:08.582" v="6679" actId="1076"/>
          <ac:picMkLst>
            <pc:docMk/>
            <pc:sldMk cId="251852098" sldId="278"/>
            <ac:picMk id="19" creationId="{9C112953-4FD9-9AE1-675F-10C26722976A}"/>
          </ac:picMkLst>
        </pc:picChg>
        <pc:picChg chg="add mod">
          <ac:chgData name="Phan Thị Phương Thảo" userId="5e20b118-a43f-40d0-b348-7c62f5161c57" providerId="ADAL" clId="{F6AAE106-DC48-40CA-B515-5811AE2EA96A}" dt="2025-11-04T09:05:18.628" v="6681" actId="1076"/>
          <ac:picMkLst>
            <pc:docMk/>
            <pc:sldMk cId="251852098" sldId="278"/>
            <ac:picMk id="20" creationId="{2BADA8D4-2DC5-2A01-A932-9D7AC46891A7}"/>
          </ac:picMkLst>
        </pc:picChg>
        <pc:picChg chg="add mod">
          <ac:chgData name="Phan Thị Phương Thảo" userId="5e20b118-a43f-40d0-b348-7c62f5161c57" providerId="ADAL" clId="{F6AAE106-DC48-40CA-B515-5811AE2EA96A}" dt="2025-11-04T09:05:26.750" v="6683" actId="1076"/>
          <ac:picMkLst>
            <pc:docMk/>
            <pc:sldMk cId="251852098" sldId="278"/>
            <ac:picMk id="21" creationId="{202CF7EC-2F8C-A0B7-9C47-65E2B35023B6}"/>
          </ac:picMkLst>
        </pc:picChg>
        <pc:picChg chg="add mod">
          <ac:chgData name="Phan Thị Phương Thảo" userId="5e20b118-a43f-40d0-b348-7c62f5161c57" providerId="ADAL" clId="{F6AAE106-DC48-40CA-B515-5811AE2EA96A}" dt="2025-11-04T10:01:48.893" v="6946" actId="1076"/>
          <ac:picMkLst>
            <pc:docMk/>
            <pc:sldMk cId="251852098" sldId="278"/>
            <ac:picMk id="27" creationId="{72858A3B-429D-3E35-B772-104801236458}"/>
          </ac:picMkLst>
        </pc:picChg>
        <pc:cxnChg chg="add mod">
          <ac:chgData name="Phan Thị Phương Thảo" userId="5e20b118-a43f-40d0-b348-7c62f5161c57" providerId="ADAL" clId="{F6AAE106-DC48-40CA-B515-5811AE2EA96A}" dt="2025-11-04T14:52:55.722" v="9138" actId="14100"/>
          <ac:cxnSpMkLst>
            <pc:docMk/>
            <pc:sldMk cId="251852098" sldId="278"/>
            <ac:cxnSpMk id="26" creationId="{4E834915-E3D0-EC2B-6529-569BA70640FC}"/>
          </ac:cxnSpMkLst>
        </pc:cxnChg>
      </pc:sldChg>
      <pc:sldChg chg="addSp delSp modSp add mod ord">
        <pc:chgData name="Phan Thị Phương Thảo" userId="5e20b118-a43f-40d0-b348-7c62f5161c57" providerId="ADAL" clId="{F6AAE106-DC48-40CA-B515-5811AE2EA96A}" dt="2025-11-05T03:41:37.436" v="13341" actId="255"/>
        <pc:sldMkLst>
          <pc:docMk/>
          <pc:sldMk cId="1422948972" sldId="279"/>
        </pc:sldMkLst>
        <pc:spChg chg="mod">
          <ac:chgData name="Phan Thị Phương Thảo" userId="5e20b118-a43f-40d0-b348-7c62f5161c57" providerId="ADAL" clId="{F6AAE106-DC48-40CA-B515-5811AE2EA96A}" dt="2025-11-04T09:31:41.125" v="6793" actId="20577"/>
          <ac:spMkLst>
            <pc:docMk/>
            <pc:sldMk cId="1422948972" sldId="279"/>
            <ac:spMk id="4" creationId="{5B4F0DEC-54BC-A933-0A14-404399C1C070}"/>
          </ac:spMkLst>
        </pc:spChg>
        <pc:spChg chg="add mod">
          <ac:chgData name="Phan Thị Phương Thảo" userId="5e20b118-a43f-40d0-b348-7c62f5161c57" providerId="ADAL" clId="{F6AAE106-DC48-40CA-B515-5811AE2EA96A}" dt="2025-11-05T03:13:57.823" v="13278"/>
          <ac:spMkLst>
            <pc:docMk/>
            <pc:sldMk cId="1422948972" sldId="279"/>
            <ac:spMk id="5" creationId="{D5DDF8F6-795E-A559-8D28-FEFF67F5F45D}"/>
          </ac:spMkLst>
        </pc:spChg>
        <pc:spChg chg="mod">
          <ac:chgData name="Phan Thị Phương Thảo" userId="5e20b118-a43f-40d0-b348-7c62f5161c57" providerId="ADAL" clId="{F6AAE106-DC48-40CA-B515-5811AE2EA96A}" dt="2025-11-05T03:41:37.436" v="13341" actId="255"/>
          <ac:spMkLst>
            <pc:docMk/>
            <pc:sldMk cId="1422948972" sldId="279"/>
            <ac:spMk id="9" creationId="{D1620530-8147-643D-8E39-A507027FE1CA}"/>
          </ac:spMkLst>
        </pc:spChg>
        <pc:spChg chg="add mod">
          <ac:chgData name="Phan Thị Phương Thảo" userId="5e20b118-a43f-40d0-b348-7c62f5161c57" providerId="ADAL" clId="{F6AAE106-DC48-40CA-B515-5811AE2EA96A}" dt="2025-11-04T15:53:30.508" v="9748" actId="1076"/>
          <ac:spMkLst>
            <pc:docMk/>
            <pc:sldMk cId="1422948972" sldId="279"/>
            <ac:spMk id="13" creationId="{743BA91A-73B7-0B3B-2D17-20AA9D19C1C4}"/>
          </ac:spMkLst>
        </pc:spChg>
        <pc:spChg chg="add mod">
          <ac:chgData name="Phan Thị Phương Thảo" userId="5e20b118-a43f-40d0-b348-7c62f5161c57" providerId="ADAL" clId="{F6AAE106-DC48-40CA-B515-5811AE2EA96A}" dt="2025-11-04T15:55:14.720" v="9750" actId="1076"/>
          <ac:spMkLst>
            <pc:docMk/>
            <pc:sldMk cId="1422948972" sldId="279"/>
            <ac:spMk id="14" creationId="{29A9CF4D-3CBB-1629-E2E4-4EFBC400341E}"/>
          </ac:spMkLst>
        </pc:spChg>
        <pc:spChg chg="add mod">
          <ac:chgData name="Phan Thị Phương Thảo" userId="5e20b118-a43f-40d0-b348-7c62f5161c57" providerId="ADAL" clId="{F6AAE106-DC48-40CA-B515-5811AE2EA96A}" dt="2025-11-04T15:56:16.935" v="9753" actId="207"/>
          <ac:spMkLst>
            <pc:docMk/>
            <pc:sldMk cId="1422948972" sldId="279"/>
            <ac:spMk id="15" creationId="{03350E32-575B-D519-1EBA-29CFBBA9278E}"/>
          </ac:spMkLst>
        </pc:spChg>
        <pc:spChg chg="add mod">
          <ac:chgData name="Phan Thị Phương Thảo" userId="5e20b118-a43f-40d0-b348-7c62f5161c57" providerId="ADAL" clId="{F6AAE106-DC48-40CA-B515-5811AE2EA96A}" dt="2025-11-04T15:56:48.903" v="9905" actId="1076"/>
          <ac:spMkLst>
            <pc:docMk/>
            <pc:sldMk cId="1422948972" sldId="279"/>
            <ac:spMk id="16" creationId="{0AD8BE91-869D-C37B-8B70-FFB732B8CC00}"/>
          </ac:spMkLst>
        </pc:spChg>
        <pc:picChg chg="add mod">
          <ac:chgData name="Phan Thị Phương Thảo" userId="5e20b118-a43f-40d0-b348-7c62f5161c57" providerId="ADAL" clId="{F6AAE106-DC48-40CA-B515-5811AE2EA96A}" dt="2025-11-04T15:46:57.187" v="9736" actId="1076"/>
          <ac:picMkLst>
            <pc:docMk/>
            <pc:sldMk cId="1422948972" sldId="279"/>
            <ac:picMk id="6" creationId="{A81DD754-EA2C-7AA3-44CE-AF785DC72290}"/>
          </ac:picMkLst>
        </pc:picChg>
        <pc:picChg chg="add mod">
          <ac:chgData name="Phan Thị Phương Thảo" userId="5e20b118-a43f-40d0-b348-7c62f5161c57" providerId="ADAL" clId="{F6AAE106-DC48-40CA-B515-5811AE2EA96A}" dt="2025-11-05T03:13:57.823" v="13278"/>
          <ac:picMkLst>
            <pc:docMk/>
            <pc:sldMk cId="1422948972" sldId="279"/>
            <ac:picMk id="7" creationId="{0D583D61-57FA-6005-8922-7EB87219CFF8}"/>
          </ac:picMkLst>
        </pc:picChg>
        <pc:picChg chg="add mod">
          <ac:chgData name="Phan Thị Phương Thảo" userId="5e20b118-a43f-40d0-b348-7c62f5161c57" providerId="ADAL" clId="{F6AAE106-DC48-40CA-B515-5811AE2EA96A}" dt="2025-11-04T15:47:23.326" v="9745" actId="1076"/>
          <ac:picMkLst>
            <pc:docMk/>
            <pc:sldMk cId="1422948972" sldId="279"/>
            <ac:picMk id="8" creationId="{3C440710-4D3A-9E70-5FD4-8EB062C236C0}"/>
          </ac:picMkLst>
        </pc:picChg>
        <pc:picChg chg="add mod">
          <ac:chgData name="Phan Thị Phương Thảo" userId="5e20b118-a43f-40d0-b348-7c62f5161c57" providerId="ADAL" clId="{F6AAE106-DC48-40CA-B515-5811AE2EA96A}" dt="2025-11-04T15:47:22.061" v="9744" actId="1076"/>
          <ac:picMkLst>
            <pc:docMk/>
            <pc:sldMk cId="1422948972" sldId="279"/>
            <ac:picMk id="10" creationId="{8423FBFA-7736-0212-9C47-D0C75C08EFFF}"/>
          </ac:picMkLst>
        </pc:picChg>
        <pc:picChg chg="add mod">
          <ac:chgData name="Phan Thị Phương Thảo" userId="5e20b118-a43f-40d0-b348-7c62f5161c57" providerId="ADAL" clId="{F6AAE106-DC48-40CA-B515-5811AE2EA96A}" dt="2025-11-04T15:47:27.173" v="9746" actId="1076"/>
          <ac:picMkLst>
            <pc:docMk/>
            <pc:sldMk cId="1422948972" sldId="279"/>
            <ac:picMk id="12" creationId="{BAF06490-5BF9-A644-C20C-FFEC77BD38A5}"/>
          </ac:picMkLst>
        </pc:picChg>
      </pc:sldChg>
      <pc:sldChg chg="addSp delSp modSp add mod">
        <pc:chgData name="Phan Thị Phương Thảo" userId="5e20b118-a43f-40d0-b348-7c62f5161c57" providerId="ADAL" clId="{F6AAE106-DC48-40CA-B515-5811AE2EA96A}" dt="2025-11-05T03:42:06.297" v="13347" actId="255"/>
        <pc:sldMkLst>
          <pc:docMk/>
          <pc:sldMk cId="3838968665" sldId="280"/>
        </pc:sldMkLst>
        <pc:spChg chg="mod">
          <ac:chgData name="Phan Thị Phương Thảo" userId="5e20b118-a43f-40d0-b348-7c62f5161c57" providerId="ADAL" clId="{F6AAE106-DC48-40CA-B515-5811AE2EA96A}" dt="2025-11-04T04:57:47.407" v="5163" actId="20577"/>
          <ac:spMkLst>
            <pc:docMk/>
            <pc:sldMk cId="3838968665" sldId="280"/>
            <ac:spMk id="4" creationId="{D57F3B3C-EB18-7A53-86FC-0BA9E15C1ACB}"/>
          </ac:spMkLst>
        </pc:spChg>
        <pc:spChg chg="add mod">
          <ac:chgData name="Phan Thị Phương Thảo" userId="5e20b118-a43f-40d0-b348-7c62f5161c57" providerId="ADAL" clId="{F6AAE106-DC48-40CA-B515-5811AE2EA96A}" dt="2025-11-05T03:14:13.323" v="13281"/>
          <ac:spMkLst>
            <pc:docMk/>
            <pc:sldMk cId="3838968665" sldId="280"/>
            <ac:spMk id="5" creationId="{3F394864-C05E-937D-300C-35249231F079}"/>
          </ac:spMkLst>
        </pc:spChg>
        <pc:spChg chg="add mod">
          <ac:chgData name="Phan Thị Phương Thảo" userId="5e20b118-a43f-40d0-b348-7c62f5161c57" providerId="ADAL" clId="{F6AAE106-DC48-40CA-B515-5811AE2EA96A}" dt="2025-11-04T18:44:30.372" v="11151" actId="1582"/>
          <ac:spMkLst>
            <pc:docMk/>
            <pc:sldMk cId="3838968665" sldId="280"/>
            <ac:spMk id="7" creationId="{01DE101A-461E-6878-C743-7E636A578192}"/>
          </ac:spMkLst>
        </pc:spChg>
        <pc:spChg chg="add mod">
          <ac:chgData name="Phan Thị Phương Thảo" userId="5e20b118-a43f-40d0-b348-7c62f5161c57" providerId="ADAL" clId="{F6AAE106-DC48-40CA-B515-5811AE2EA96A}" dt="2025-11-04T18:46:18.495" v="11560" actId="20577"/>
          <ac:spMkLst>
            <pc:docMk/>
            <pc:sldMk cId="3838968665" sldId="280"/>
            <ac:spMk id="8" creationId="{BA5C93A7-FE74-F0C6-CFBE-FA310CE85BE7}"/>
          </ac:spMkLst>
        </pc:spChg>
        <pc:spChg chg="mod">
          <ac:chgData name="Phan Thị Phương Thảo" userId="5e20b118-a43f-40d0-b348-7c62f5161c57" providerId="ADAL" clId="{F6AAE106-DC48-40CA-B515-5811AE2EA96A}" dt="2025-11-05T03:42:06.297" v="13347" actId="255"/>
          <ac:spMkLst>
            <pc:docMk/>
            <pc:sldMk cId="3838968665" sldId="280"/>
            <ac:spMk id="10" creationId="{B288A5D8-3052-04BD-D0AD-C24D2E1D0326}"/>
          </ac:spMkLst>
        </pc:spChg>
        <pc:picChg chg="add mod">
          <ac:chgData name="Phan Thị Phương Thảo" userId="5e20b118-a43f-40d0-b348-7c62f5161c57" providerId="ADAL" clId="{F6AAE106-DC48-40CA-B515-5811AE2EA96A}" dt="2025-11-04T18:44:17.799" v="11148" actId="14100"/>
          <ac:picMkLst>
            <pc:docMk/>
            <pc:sldMk cId="3838968665" sldId="280"/>
            <ac:picMk id="6" creationId="{E7A8CDDF-FDE3-1C11-B019-0AF44F47DEE7}"/>
          </ac:picMkLst>
        </pc:picChg>
        <pc:picChg chg="add mod">
          <ac:chgData name="Phan Thị Phương Thảo" userId="5e20b118-a43f-40d0-b348-7c62f5161c57" providerId="ADAL" clId="{F6AAE106-DC48-40CA-B515-5811AE2EA96A}" dt="2025-11-05T03:14:13.323" v="13281"/>
          <ac:picMkLst>
            <pc:docMk/>
            <pc:sldMk cId="3838968665" sldId="280"/>
            <ac:picMk id="9" creationId="{44BA5728-0877-8A48-8EC9-CD6BE7A50F7C}"/>
          </ac:picMkLst>
        </pc:picChg>
      </pc:sldChg>
      <pc:sldChg chg="addSp delSp modSp add mod">
        <pc:chgData name="Phan Thị Phương Thảo" userId="5e20b118-a43f-40d0-b348-7c62f5161c57" providerId="ADAL" clId="{F6AAE106-DC48-40CA-B515-5811AE2EA96A}" dt="2025-11-05T03:42:15.759" v="13349" actId="255"/>
        <pc:sldMkLst>
          <pc:docMk/>
          <pc:sldMk cId="3713573749" sldId="281"/>
        </pc:sldMkLst>
        <pc:spChg chg="mod">
          <ac:chgData name="Phan Thị Phương Thảo" userId="5e20b118-a43f-40d0-b348-7c62f5161c57" providerId="ADAL" clId="{F6AAE106-DC48-40CA-B515-5811AE2EA96A}" dt="2025-11-04T04:58:14.725" v="5284" actId="14100"/>
          <ac:spMkLst>
            <pc:docMk/>
            <pc:sldMk cId="3713573749" sldId="281"/>
            <ac:spMk id="4" creationId="{497BF8E3-41EA-EBD9-AF0A-EA5CB5F8D0EB}"/>
          </ac:spMkLst>
        </pc:spChg>
        <pc:spChg chg="add mod">
          <ac:chgData name="Phan Thị Phương Thảo" userId="5e20b118-a43f-40d0-b348-7c62f5161c57" providerId="ADAL" clId="{F6AAE106-DC48-40CA-B515-5811AE2EA96A}" dt="2025-11-05T03:14:20.086" v="13282"/>
          <ac:spMkLst>
            <pc:docMk/>
            <pc:sldMk cId="3713573749" sldId="281"/>
            <ac:spMk id="5" creationId="{753D294E-4676-B172-B1A9-1B9A1D627BF7}"/>
          </ac:spMkLst>
        </pc:spChg>
        <pc:spChg chg="mod">
          <ac:chgData name="Phan Thị Phương Thảo" userId="5e20b118-a43f-40d0-b348-7c62f5161c57" providerId="ADAL" clId="{F6AAE106-DC48-40CA-B515-5811AE2EA96A}" dt="2025-11-05T03:42:15.759" v="13349" actId="255"/>
          <ac:spMkLst>
            <pc:docMk/>
            <pc:sldMk cId="3713573749" sldId="281"/>
            <ac:spMk id="8" creationId="{B7891672-0952-632D-3CBC-E94F1252680D}"/>
          </ac:spMkLst>
        </pc:spChg>
        <pc:picChg chg="add mod">
          <ac:chgData name="Phan Thị Phương Thảo" userId="5e20b118-a43f-40d0-b348-7c62f5161c57" providerId="ADAL" clId="{F6AAE106-DC48-40CA-B515-5811AE2EA96A}" dt="2025-11-04T14:12:43.599" v="6997" actId="1076"/>
          <ac:picMkLst>
            <pc:docMk/>
            <pc:sldMk cId="3713573749" sldId="281"/>
            <ac:picMk id="6" creationId="{B5687060-ADC3-FBCA-E57E-F87A01B3D78D}"/>
          </ac:picMkLst>
        </pc:picChg>
        <pc:picChg chg="add mod">
          <ac:chgData name="Phan Thị Phương Thảo" userId="5e20b118-a43f-40d0-b348-7c62f5161c57" providerId="ADAL" clId="{F6AAE106-DC48-40CA-B515-5811AE2EA96A}" dt="2025-11-05T03:14:20.086" v="13282"/>
          <ac:picMkLst>
            <pc:docMk/>
            <pc:sldMk cId="3713573749" sldId="281"/>
            <ac:picMk id="7" creationId="{C3CD1488-E81C-7F69-1398-33CE21DD9D99}"/>
          </ac:picMkLst>
        </pc:picChg>
      </pc:sldChg>
      <pc:sldChg chg="addSp delSp modSp add mod">
        <pc:chgData name="Phan Thị Phương Thảo" userId="5e20b118-a43f-40d0-b348-7c62f5161c57" providerId="ADAL" clId="{F6AAE106-DC48-40CA-B515-5811AE2EA96A}" dt="2025-11-05T03:42:25.323" v="13351" actId="255"/>
        <pc:sldMkLst>
          <pc:docMk/>
          <pc:sldMk cId="1370318831" sldId="282"/>
        </pc:sldMkLst>
        <pc:spChg chg="mod">
          <ac:chgData name="Phan Thị Phương Thảo" userId="5e20b118-a43f-40d0-b348-7c62f5161c57" providerId="ADAL" clId="{F6AAE106-DC48-40CA-B515-5811AE2EA96A}" dt="2025-11-04T04:58:56.087" v="5364" actId="20577"/>
          <ac:spMkLst>
            <pc:docMk/>
            <pc:sldMk cId="1370318831" sldId="282"/>
            <ac:spMk id="4" creationId="{492E131B-C086-8BD4-7709-124AB13868A1}"/>
          </ac:spMkLst>
        </pc:spChg>
        <pc:spChg chg="add mod">
          <ac:chgData name="Phan Thị Phương Thảo" userId="5e20b118-a43f-40d0-b348-7c62f5161c57" providerId="ADAL" clId="{F6AAE106-DC48-40CA-B515-5811AE2EA96A}" dt="2025-11-05T03:14:35.177" v="13283"/>
          <ac:spMkLst>
            <pc:docMk/>
            <pc:sldMk cId="1370318831" sldId="282"/>
            <ac:spMk id="5" creationId="{8652C281-EEF7-A819-7716-2AF0BAF58517}"/>
          </ac:spMkLst>
        </pc:spChg>
        <pc:spChg chg="mod">
          <ac:chgData name="Phan Thị Phương Thảo" userId="5e20b118-a43f-40d0-b348-7c62f5161c57" providerId="ADAL" clId="{F6AAE106-DC48-40CA-B515-5811AE2EA96A}" dt="2025-11-05T03:42:25.323" v="13351" actId="255"/>
          <ac:spMkLst>
            <pc:docMk/>
            <pc:sldMk cId="1370318831" sldId="282"/>
            <ac:spMk id="8" creationId="{03B7AC16-DA4F-F862-04B4-EBD4A4A9F0AA}"/>
          </ac:spMkLst>
        </pc:spChg>
        <pc:spChg chg="add mod">
          <ac:chgData name="Phan Thị Phương Thảo" userId="5e20b118-a43f-40d0-b348-7c62f5161c57" providerId="ADAL" clId="{F6AAE106-DC48-40CA-B515-5811AE2EA96A}" dt="2025-11-04T17:08:32.477" v="9969" actId="1076"/>
          <ac:spMkLst>
            <pc:docMk/>
            <pc:sldMk cId="1370318831" sldId="282"/>
            <ac:spMk id="13" creationId="{5D8A4B37-0B1C-5F52-D4A0-F636A5F49215}"/>
          </ac:spMkLst>
        </pc:spChg>
        <pc:spChg chg="add mod">
          <ac:chgData name="Phan Thị Phương Thảo" userId="5e20b118-a43f-40d0-b348-7c62f5161c57" providerId="ADAL" clId="{F6AAE106-DC48-40CA-B515-5811AE2EA96A}" dt="2025-11-04T17:15:11.850" v="10022" actId="20577"/>
          <ac:spMkLst>
            <pc:docMk/>
            <pc:sldMk cId="1370318831" sldId="282"/>
            <ac:spMk id="14" creationId="{20B164D5-4C8A-1DAC-55A8-670E338F99A3}"/>
          </ac:spMkLst>
        </pc:spChg>
        <pc:spChg chg="add mod">
          <ac:chgData name="Phan Thị Phương Thảo" userId="5e20b118-a43f-40d0-b348-7c62f5161c57" providerId="ADAL" clId="{F6AAE106-DC48-40CA-B515-5811AE2EA96A}" dt="2025-11-04T17:15:15.091" v="10024" actId="20577"/>
          <ac:spMkLst>
            <pc:docMk/>
            <pc:sldMk cId="1370318831" sldId="282"/>
            <ac:spMk id="15" creationId="{FE760056-8EA4-465D-09EB-2C1700CA4A63}"/>
          </ac:spMkLst>
        </pc:spChg>
        <pc:spChg chg="add mod">
          <ac:chgData name="Phan Thị Phương Thảo" userId="5e20b118-a43f-40d0-b348-7c62f5161c57" providerId="ADAL" clId="{F6AAE106-DC48-40CA-B515-5811AE2EA96A}" dt="2025-11-04T17:15:18.177" v="10026" actId="20577"/>
          <ac:spMkLst>
            <pc:docMk/>
            <pc:sldMk cId="1370318831" sldId="282"/>
            <ac:spMk id="16" creationId="{CE0B1E38-58A3-39D5-D5E6-E04632755FEB}"/>
          </ac:spMkLst>
        </pc:spChg>
        <pc:spChg chg="add mod">
          <ac:chgData name="Phan Thị Phương Thảo" userId="5e20b118-a43f-40d0-b348-7c62f5161c57" providerId="ADAL" clId="{F6AAE106-DC48-40CA-B515-5811AE2EA96A}" dt="2025-11-04T17:14:13.759" v="9984" actId="1076"/>
          <ac:spMkLst>
            <pc:docMk/>
            <pc:sldMk cId="1370318831" sldId="282"/>
            <ac:spMk id="21" creationId="{677B0F7F-27FF-AB70-C6E4-35DB987F9B33}"/>
          </ac:spMkLst>
        </pc:spChg>
        <pc:spChg chg="add mod">
          <ac:chgData name="Phan Thị Phương Thảo" userId="5e20b118-a43f-40d0-b348-7c62f5161c57" providerId="ADAL" clId="{F6AAE106-DC48-40CA-B515-5811AE2EA96A}" dt="2025-11-04T17:14:31.682" v="9990" actId="20577"/>
          <ac:spMkLst>
            <pc:docMk/>
            <pc:sldMk cId="1370318831" sldId="282"/>
            <ac:spMk id="22" creationId="{B8D256E9-2A0C-1646-B7A8-F92DC6A4FEB3}"/>
          </ac:spMkLst>
        </pc:spChg>
        <pc:spChg chg="add mod">
          <ac:chgData name="Phan Thị Phương Thảo" userId="5e20b118-a43f-40d0-b348-7c62f5161c57" providerId="ADAL" clId="{F6AAE106-DC48-40CA-B515-5811AE2EA96A}" dt="2025-11-04T17:14:43.598" v="9996" actId="20577"/>
          <ac:spMkLst>
            <pc:docMk/>
            <pc:sldMk cId="1370318831" sldId="282"/>
            <ac:spMk id="23" creationId="{22BB755B-C3B7-336D-6845-7FA377715AC1}"/>
          </ac:spMkLst>
        </pc:spChg>
        <pc:spChg chg="add mod">
          <ac:chgData name="Phan Thị Phương Thảo" userId="5e20b118-a43f-40d0-b348-7c62f5161c57" providerId="ADAL" clId="{F6AAE106-DC48-40CA-B515-5811AE2EA96A}" dt="2025-11-04T17:15:09.257" v="10020" actId="1076"/>
          <ac:spMkLst>
            <pc:docMk/>
            <pc:sldMk cId="1370318831" sldId="282"/>
            <ac:spMk id="24" creationId="{0595445D-5453-EDC5-CB3C-4DF3315B25F1}"/>
          </ac:spMkLst>
        </pc:spChg>
        <pc:spChg chg="add">
          <ac:chgData name="Phan Thị Phương Thảo" userId="5e20b118-a43f-40d0-b348-7c62f5161c57" providerId="ADAL" clId="{F6AAE106-DC48-40CA-B515-5811AE2EA96A}" dt="2025-11-04T17:15:27.794" v="10027" actId="11529"/>
          <ac:spMkLst>
            <pc:docMk/>
            <pc:sldMk cId="1370318831" sldId="282"/>
            <ac:spMk id="26" creationId="{D296D1CF-2A0D-29B8-F719-05447EC3A5A7}"/>
          </ac:spMkLst>
        </pc:spChg>
        <pc:spChg chg="add mod">
          <ac:chgData name="Phan Thị Phương Thảo" userId="5e20b118-a43f-40d0-b348-7c62f5161c57" providerId="ADAL" clId="{F6AAE106-DC48-40CA-B515-5811AE2EA96A}" dt="2025-11-04T17:15:38.583" v="10031" actId="14100"/>
          <ac:spMkLst>
            <pc:docMk/>
            <pc:sldMk cId="1370318831" sldId="282"/>
            <ac:spMk id="27" creationId="{720BCA12-673C-0490-0F1A-BB5F93437FD3}"/>
          </ac:spMkLst>
        </pc:spChg>
        <pc:spChg chg="add mod">
          <ac:chgData name="Phan Thị Phương Thảo" userId="5e20b118-a43f-40d0-b348-7c62f5161c57" providerId="ADAL" clId="{F6AAE106-DC48-40CA-B515-5811AE2EA96A}" dt="2025-11-04T17:15:48.303" v="10034" actId="14100"/>
          <ac:spMkLst>
            <pc:docMk/>
            <pc:sldMk cId="1370318831" sldId="282"/>
            <ac:spMk id="28" creationId="{83ADF399-C5FE-D7E3-A449-7D518429BBFB}"/>
          </ac:spMkLst>
        </pc:spChg>
        <pc:spChg chg="add mod">
          <ac:chgData name="Phan Thị Phương Thảo" userId="5e20b118-a43f-40d0-b348-7c62f5161c57" providerId="ADAL" clId="{F6AAE106-DC48-40CA-B515-5811AE2EA96A}" dt="2025-11-04T17:15:58.565" v="10037" actId="14100"/>
          <ac:spMkLst>
            <pc:docMk/>
            <pc:sldMk cId="1370318831" sldId="282"/>
            <ac:spMk id="29" creationId="{0F23DC72-DEA3-EA93-05C3-B92EDE65818D}"/>
          </ac:spMkLst>
        </pc:spChg>
        <pc:spChg chg="add mod">
          <ac:chgData name="Phan Thị Phương Thảo" userId="5e20b118-a43f-40d0-b348-7c62f5161c57" providerId="ADAL" clId="{F6AAE106-DC48-40CA-B515-5811AE2EA96A}" dt="2025-11-04T17:16:32.145" v="10051" actId="20577"/>
          <ac:spMkLst>
            <pc:docMk/>
            <pc:sldMk cId="1370318831" sldId="282"/>
            <ac:spMk id="30" creationId="{0144276D-0A0F-E982-1743-C9F15415D883}"/>
          </ac:spMkLst>
        </pc:spChg>
        <pc:spChg chg="add mod">
          <ac:chgData name="Phan Thị Phương Thảo" userId="5e20b118-a43f-40d0-b348-7c62f5161c57" providerId="ADAL" clId="{F6AAE106-DC48-40CA-B515-5811AE2EA96A}" dt="2025-11-04T17:16:36.553" v="10052" actId="1076"/>
          <ac:spMkLst>
            <pc:docMk/>
            <pc:sldMk cId="1370318831" sldId="282"/>
            <ac:spMk id="31" creationId="{2711091C-6E7A-3471-3751-8C503F9E728A}"/>
          </ac:spMkLst>
        </pc:spChg>
        <pc:spChg chg="add mod">
          <ac:chgData name="Phan Thị Phương Thảo" userId="5e20b118-a43f-40d0-b348-7c62f5161c57" providerId="ADAL" clId="{F6AAE106-DC48-40CA-B515-5811AE2EA96A}" dt="2025-11-04T17:17:03.119" v="10059" actId="20577"/>
          <ac:spMkLst>
            <pc:docMk/>
            <pc:sldMk cId="1370318831" sldId="282"/>
            <ac:spMk id="32" creationId="{505D6CE9-BE7C-1901-DF55-206C11E5820E}"/>
          </ac:spMkLst>
        </pc:spChg>
        <pc:spChg chg="add mod">
          <ac:chgData name="Phan Thị Phương Thảo" userId="5e20b118-a43f-40d0-b348-7c62f5161c57" providerId="ADAL" clId="{F6AAE106-DC48-40CA-B515-5811AE2EA96A}" dt="2025-11-04T17:17:21.163" v="10067" actId="20577"/>
          <ac:spMkLst>
            <pc:docMk/>
            <pc:sldMk cId="1370318831" sldId="282"/>
            <ac:spMk id="33" creationId="{745E9F1C-13F9-FF3B-7DFB-AEA17C1E53D4}"/>
          </ac:spMkLst>
        </pc:spChg>
        <pc:spChg chg="add mod">
          <ac:chgData name="Phan Thị Phương Thảo" userId="5e20b118-a43f-40d0-b348-7c62f5161c57" providerId="ADAL" clId="{F6AAE106-DC48-40CA-B515-5811AE2EA96A}" dt="2025-11-04T17:35:45.886" v="11016" actId="14100"/>
          <ac:spMkLst>
            <pc:docMk/>
            <pc:sldMk cId="1370318831" sldId="282"/>
            <ac:spMk id="34" creationId="{C2001889-83C8-B3DC-ED83-8FC58F8E3B4D}"/>
          </ac:spMkLst>
        </pc:spChg>
        <pc:spChg chg="add mod">
          <ac:chgData name="Phan Thị Phương Thảo" userId="5e20b118-a43f-40d0-b348-7c62f5161c57" providerId="ADAL" clId="{F6AAE106-DC48-40CA-B515-5811AE2EA96A}" dt="2025-11-04T17:35:48.091" v="11017" actId="1076"/>
          <ac:spMkLst>
            <pc:docMk/>
            <pc:sldMk cId="1370318831" sldId="282"/>
            <ac:spMk id="35" creationId="{E3FED29E-7807-F5E5-4901-E60869F1A622}"/>
          </ac:spMkLst>
        </pc:spChg>
        <pc:picChg chg="add mod">
          <ac:chgData name="Phan Thị Phương Thảo" userId="5e20b118-a43f-40d0-b348-7c62f5161c57" providerId="ADAL" clId="{F6AAE106-DC48-40CA-B515-5811AE2EA96A}" dt="2025-11-04T17:07:15.481" v="9956" actId="14100"/>
          <ac:picMkLst>
            <pc:docMk/>
            <pc:sldMk cId="1370318831" sldId="282"/>
            <ac:picMk id="6" creationId="{B42931EE-8745-A349-6AD8-C9EE56CDD4FD}"/>
          </ac:picMkLst>
        </pc:picChg>
        <pc:picChg chg="add mod">
          <ac:chgData name="Phan Thị Phương Thảo" userId="5e20b118-a43f-40d0-b348-7c62f5161c57" providerId="ADAL" clId="{F6AAE106-DC48-40CA-B515-5811AE2EA96A}" dt="2025-11-05T03:14:35.177" v="13283"/>
          <ac:picMkLst>
            <pc:docMk/>
            <pc:sldMk cId="1370318831" sldId="282"/>
            <ac:picMk id="7" creationId="{F5DD68CE-E025-02FA-EF35-3A6E61CE0292}"/>
          </ac:picMkLst>
        </pc:picChg>
        <pc:cxnChg chg="add mod">
          <ac:chgData name="Phan Thị Phương Thảo" userId="5e20b118-a43f-40d0-b348-7c62f5161c57" providerId="ADAL" clId="{F6AAE106-DC48-40CA-B515-5811AE2EA96A}" dt="2025-11-04T17:08:00.591" v="9960" actId="1076"/>
          <ac:cxnSpMkLst>
            <pc:docMk/>
            <pc:sldMk cId="1370318831" sldId="282"/>
            <ac:cxnSpMk id="10" creationId="{B769080F-3812-0C9B-8B50-7C2303845BB0}"/>
          </ac:cxnSpMkLst>
        </pc:cxnChg>
        <pc:cxnChg chg="add">
          <ac:chgData name="Phan Thị Phương Thảo" userId="5e20b118-a43f-40d0-b348-7c62f5161c57" providerId="ADAL" clId="{F6AAE106-DC48-40CA-B515-5811AE2EA96A}" dt="2025-11-04T17:08:07.908" v="9961" actId="11529"/>
          <ac:cxnSpMkLst>
            <pc:docMk/>
            <pc:sldMk cId="1370318831" sldId="282"/>
            <ac:cxnSpMk id="12" creationId="{2BCBBCFC-DE2A-CCBC-1F46-BBDD88B2455E}"/>
          </ac:cxnSpMkLst>
        </pc:cxnChg>
        <pc:cxnChg chg="add">
          <ac:chgData name="Phan Thị Phương Thảo" userId="5e20b118-a43f-40d0-b348-7c62f5161c57" providerId="ADAL" clId="{F6AAE106-DC48-40CA-B515-5811AE2EA96A}" dt="2025-11-04T17:09:12.014" v="9976" actId="11529"/>
          <ac:cxnSpMkLst>
            <pc:docMk/>
            <pc:sldMk cId="1370318831" sldId="282"/>
            <ac:cxnSpMk id="18" creationId="{4CA68D4D-8167-13FD-D049-E77F9837DA79}"/>
          </ac:cxnSpMkLst>
        </pc:cxnChg>
        <pc:cxnChg chg="add mod">
          <ac:chgData name="Phan Thị Phương Thảo" userId="5e20b118-a43f-40d0-b348-7c62f5161c57" providerId="ADAL" clId="{F6AAE106-DC48-40CA-B515-5811AE2EA96A}" dt="2025-11-04T17:09:31.102" v="9978" actId="1076"/>
          <ac:cxnSpMkLst>
            <pc:docMk/>
            <pc:sldMk cId="1370318831" sldId="282"/>
            <ac:cxnSpMk id="19" creationId="{E03061ED-69AC-3203-5D0D-C990331A1573}"/>
          </ac:cxnSpMkLst>
        </pc:cxnChg>
        <pc:cxnChg chg="add mod">
          <ac:chgData name="Phan Thị Phương Thảo" userId="5e20b118-a43f-40d0-b348-7c62f5161c57" providerId="ADAL" clId="{F6AAE106-DC48-40CA-B515-5811AE2EA96A}" dt="2025-11-04T17:09:49.283" v="9980" actId="1076"/>
          <ac:cxnSpMkLst>
            <pc:docMk/>
            <pc:sldMk cId="1370318831" sldId="282"/>
            <ac:cxnSpMk id="20" creationId="{40A6B870-BEB7-A1E5-94A8-0D06C134007D}"/>
          </ac:cxnSpMkLst>
        </pc:cxnChg>
      </pc:sldChg>
      <pc:sldChg chg="addSp delSp modSp add mod ord">
        <pc:chgData name="Phan Thị Phương Thảo" userId="5e20b118-a43f-40d0-b348-7c62f5161c57" providerId="ADAL" clId="{F6AAE106-DC48-40CA-B515-5811AE2EA96A}" dt="2025-11-11T06:50:39.221" v="13403" actId="20577"/>
        <pc:sldMkLst>
          <pc:docMk/>
          <pc:sldMk cId="1114372865" sldId="283"/>
        </pc:sldMkLst>
        <pc:spChg chg="mod">
          <ac:chgData name="Phan Thị Phương Thảo" userId="5e20b118-a43f-40d0-b348-7c62f5161c57" providerId="ADAL" clId="{F6AAE106-DC48-40CA-B515-5811AE2EA96A}" dt="2025-11-04T05:00:25.543" v="5399" actId="20577"/>
          <ac:spMkLst>
            <pc:docMk/>
            <pc:sldMk cId="1114372865" sldId="283"/>
            <ac:spMk id="3" creationId="{9D97CF1E-F3EB-EFAB-A004-05AC23193C62}"/>
          </ac:spMkLst>
        </pc:spChg>
        <pc:spChg chg="add mod">
          <ac:chgData name="Phan Thị Phương Thảo" userId="5e20b118-a43f-40d0-b348-7c62f5161c57" providerId="ADAL" clId="{F6AAE106-DC48-40CA-B515-5811AE2EA96A}" dt="2025-11-05T03:14:40.024" v="13284"/>
          <ac:spMkLst>
            <pc:docMk/>
            <pc:sldMk cId="1114372865" sldId="283"/>
            <ac:spMk id="4" creationId="{F32A299C-271F-21A2-61B1-8F268C00E9CA}"/>
          </ac:spMkLst>
        </pc:spChg>
        <pc:spChg chg="add mod">
          <ac:chgData name="Phan Thị Phương Thảo" userId="5e20b118-a43f-40d0-b348-7c62f5161c57" providerId="ADAL" clId="{F6AAE106-DC48-40CA-B515-5811AE2EA96A}" dt="2025-11-04T17:54:17.913" v="11038" actId="207"/>
          <ac:spMkLst>
            <pc:docMk/>
            <pc:sldMk cId="1114372865" sldId="283"/>
            <ac:spMk id="6" creationId="{FE85A7A9-39D0-E5AA-0EA4-81B6A4B94C20}"/>
          </ac:spMkLst>
        </pc:spChg>
        <pc:spChg chg="mod">
          <ac:chgData name="Phan Thị Phương Thảo" userId="5e20b118-a43f-40d0-b348-7c62f5161c57" providerId="ADAL" clId="{F6AAE106-DC48-40CA-B515-5811AE2EA96A}" dt="2025-11-05T03:42:40.298" v="13354" actId="255"/>
          <ac:spMkLst>
            <pc:docMk/>
            <pc:sldMk cId="1114372865" sldId="283"/>
            <ac:spMk id="8" creationId="{F3B48A77-AAA9-BA0D-E781-2E18B831D9A5}"/>
          </ac:spMkLst>
        </pc:spChg>
        <pc:spChg chg="add mod">
          <ac:chgData name="Phan Thị Phương Thảo" userId="5e20b118-a43f-40d0-b348-7c62f5161c57" providerId="ADAL" clId="{F6AAE106-DC48-40CA-B515-5811AE2EA96A}" dt="2025-11-04T17:55:29.492" v="11084" actId="20577"/>
          <ac:spMkLst>
            <pc:docMk/>
            <pc:sldMk cId="1114372865" sldId="283"/>
            <ac:spMk id="9" creationId="{1854AB9E-03B6-3570-3CD8-A906FDF64A11}"/>
          </ac:spMkLst>
        </pc:spChg>
        <pc:spChg chg="add mod">
          <ac:chgData name="Phan Thị Phương Thảo" userId="5e20b118-a43f-40d0-b348-7c62f5161c57" providerId="ADAL" clId="{F6AAE106-DC48-40CA-B515-5811AE2EA96A}" dt="2025-11-04T17:55:45.935" v="11088" actId="20577"/>
          <ac:spMkLst>
            <pc:docMk/>
            <pc:sldMk cId="1114372865" sldId="283"/>
            <ac:spMk id="10" creationId="{13FBDDAD-7BB6-D164-E0C6-71F3293CE50E}"/>
          </ac:spMkLst>
        </pc:spChg>
        <pc:spChg chg="add mod">
          <ac:chgData name="Phan Thị Phương Thảo" userId="5e20b118-a43f-40d0-b348-7c62f5161c57" providerId="ADAL" clId="{F6AAE106-DC48-40CA-B515-5811AE2EA96A}" dt="2025-11-04T17:56:48.996" v="11118" actId="1076"/>
          <ac:spMkLst>
            <pc:docMk/>
            <pc:sldMk cId="1114372865" sldId="283"/>
            <ac:spMk id="15" creationId="{7830E1C9-A1D7-1680-9697-7A4C31C375C6}"/>
          </ac:spMkLst>
        </pc:spChg>
        <pc:spChg chg="add mod">
          <ac:chgData name="Phan Thị Phương Thảo" userId="5e20b118-a43f-40d0-b348-7c62f5161c57" providerId="ADAL" clId="{F6AAE106-DC48-40CA-B515-5811AE2EA96A}" dt="2025-11-11T06:50:39.221" v="13403" actId="20577"/>
          <ac:spMkLst>
            <pc:docMk/>
            <pc:sldMk cId="1114372865" sldId="283"/>
            <ac:spMk id="16" creationId="{98D71559-49B8-E770-7CCA-330F428B032D}"/>
          </ac:spMkLst>
        </pc:spChg>
        <pc:picChg chg="add mod">
          <ac:chgData name="Phan Thị Phương Thảo" userId="5e20b118-a43f-40d0-b348-7c62f5161c57" providerId="ADAL" clId="{F6AAE106-DC48-40CA-B515-5811AE2EA96A}" dt="2025-11-05T03:14:40.024" v="13284"/>
          <ac:picMkLst>
            <pc:docMk/>
            <pc:sldMk cId="1114372865" sldId="283"/>
            <ac:picMk id="7" creationId="{7C73A2A1-B278-5678-3A7D-430AB37920F2}"/>
          </ac:picMkLst>
        </pc:picChg>
        <pc:picChg chg="add mod">
          <ac:chgData name="Phan Thị Phương Thảo" userId="5e20b118-a43f-40d0-b348-7c62f5161c57" providerId="ADAL" clId="{F6AAE106-DC48-40CA-B515-5811AE2EA96A}" dt="2025-11-11T06:50:06.521" v="13397" actId="14100"/>
          <ac:picMkLst>
            <pc:docMk/>
            <pc:sldMk cId="1114372865" sldId="283"/>
            <ac:picMk id="11" creationId="{CFD14A28-1314-7815-2FBD-53780D4286D6}"/>
          </ac:picMkLst>
        </pc:picChg>
        <pc:cxnChg chg="add mod">
          <ac:chgData name="Phan Thị Phương Thảo" userId="5e20b118-a43f-40d0-b348-7c62f5161c57" providerId="ADAL" clId="{F6AAE106-DC48-40CA-B515-5811AE2EA96A}" dt="2025-11-04T17:56:00.764" v="11091" actId="1582"/>
          <ac:cxnSpMkLst>
            <pc:docMk/>
            <pc:sldMk cId="1114372865" sldId="283"/>
            <ac:cxnSpMk id="12" creationId="{BB42064C-37C9-D746-DC98-3244846C6C2D}"/>
          </ac:cxnSpMkLst>
        </pc:cxnChg>
        <pc:cxnChg chg="add mod">
          <ac:chgData name="Phan Thị Phương Thảo" userId="5e20b118-a43f-40d0-b348-7c62f5161c57" providerId="ADAL" clId="{F6AAE106-DC48-40CA-B515-5811AE2EA96A}" dt="2025-11-04T17:56:12.481" v="11094" actId="1582"/>
          <ac:cxnSpMkLst>
            <pc:docMk/>
            <pc:sldMk cId="1114372865" sldId="283"/>
            <ac:cxnSpMk id="14" creationId="{65992FB1-021B-A581-2F34-86527973E78A}"/>
          </ac:cxnSpMkLst>
        </pc:cxnChg>
      </pc:sldChg>
      <pc:sldChg chg="addSp delSp modSp add mod">
        <pc:chgData name="Phan Thị Phương Thảo" userId="5e20b118-a43f-40d0-b348-7c62f5161c57" providerId="ADAL" clId="{F6AAE106-DC48-40CA-B515-5811AE2EA96A}" dt="2025-11-11T06:16:25.523" v="13393" actId="14100"/>
        <pc:sldMkLst>
          <pc:docMk/>
          <pc:sldMk cId="3943299247" sldId="284"/>
        </pc:sldMkLst>
        <pc:spChg chg="mod">
          <ac:chgData name="Phan Thị Phương Thảo" userId="5e20b118-a43f-40d0-b348-7c62f5161c57" providerId="ADAL" clId="{F6AAE106-DC48-40CA-B515-5811AE2EA96A}" dt="2025-11-04T05:01:00.393" v="5433" actId="20577"/>
          <ac:spMkLst>
            <pc:docMk/>
            <pc:sldMk cId="3943299247" sldId="284"/>
            <ac:spMk id="3" creationId="{CCCF0CF3-D4F4-9F77-E5AB-0315837FF63A}"/>
          </ac:spMkLst>
        </pc:spChg>
        <pc:spChg chg="mod">
          <ac:chgData name="Phan Thị Phương Thảo" userId="5e20b118-a43f-40d0-b348-7c62f5161c57" providerId="ADAL" clId="{F6AAE106-DC48-40CA-B515-5811AE2EA96A}" dt="2025-11-04T05:01:51.056" v="5487" actId="20577"/>
          <ac:spMkLst>
            <pc:docMk/>
            <pc:sldMk cId="3943299247" sldId="284"/>
            <ac:spMk id="4" creationId="{E4D3946B-834A-E300-F736-C532E2ED7E74}"/>
          </ac:spMkLst>
        </pc:spChg>
        <pc:spChg chg="add mod">
          <ac:chgData name="Phan Thị Phương Thảo" userId="5e20b118-a43f-40d0-b348-7c62f5161c57" providerId="ADAL" clId="{F6AAE106-DC48-40CA-B515-5811AE2EA96A}" dt="2025-11-05T03:14:50.640" v="13287"/>
          <ac:spMkLst>
            <pc:docMk/>
            <pc:sldMk cId="3943299247" sldId="284"/>
            <ac:spMk id="5" creationId="{76413DAC-63DC-9E82-D417-3A8507FBAC23}"/>
          </ac:spMkLst>
        </pc:spChg>
        <pc:spChg chg="mod">
          <ac:chgData name="Phan Thị Phương Thảo" userId="5e20b118-a43f-40d0-b348-7c62f5161c57" providerId="ADAL" clId="{F6AAE106-DC48-40CA-B515-5811AE2EA96A}" dt="2025-11-05T06:17:31.392" v="13371" actId="255"/>
          <ac:spMkLst>
            <pc:docMk/>
            <pc:sldMk cId="3943299247" sldId="284"/>
            <ac:spMk id="7" creationId="{9E61180F-2B10-53D0-C25A-5EEF68E98366}"/>
          </ac:spMkLst>
        </pc:spChg>
        <pc:spChg chg="add mod">
          <ac:chgData name="Phan Thị Phương Thảo" userId="5e20b118-a43f-40d0-b348-7c62f5161c57" providerId="ADAL" clId="{F6AAE106-DC48-40CA-B515-5811AE2EA96A}" dt="2025-11-05T06:17:16.427" v="13369" actId="1076"/>
          <ac:spMkLst>
            <pc:docMk/>
            <pc:sldMk cId="3943299247" sldId="284"/>
            <ac:spMk id="11" creationId="{BBD81BEC-418E-06BC-B067-A46F468FC672}"/>
          </ac:spMkLst>
        </pc:spChg>
        <pc:picChg chg="add mod">
          <ac:chgData name="Phan Thị Phương Thảo" userId="5e20b118-a43f-40d0-b348-7c62f5161c57" providerId="ADAL" clId="{F6AAE106-DC48-40CA-B515-5811AE2EA96A}" dt="2025-11-05T03:14:50.640" v="13287"/>
          <ac:picMkLst>
            <pc:docMk/>
            <pc:sldMk cId="3943299247" sldId="284"/>
            <ac:picMk id="6" creationId="{80A3F855-BFEF-F1EB-B1BA-0F60A2410B28}"/>
          </ac:picMkLst>
        </pc:picChg>
        <pc:picChg chg="add mod">
          <ac:chgData name="Phan Thị Phương Thảo" userId="5e20b118-a43f-40d0-b348-7c62f5161c57" providerId="ADAL" clId="{F6AAE106-DC48-40CA-B515-5811AE2EA96A}" dt="2025-11-11T06:16:25.523" v="13393" actId="14100"/>
          <ac:picMkLst>
            <pc:docMk/>
            <pc:sldMk cId="3943299247" sldId="284"/>
            <ac:picMk id="8" creationId="{19F26FF6-B8EB-5CA0-4774-67E26980A13E}"/>
          </ac:picMkLst>
        </pc:picChg>
      </pc:sldChg>
      <pc:sldChg chg="addSp delSp modSp add mod modNotesTx">
        <pc:chgData name="Phan Thị Phương Thảo" userId="5e20b118-a43f-40d0-b348-7c62f5161c57" providerId="ADAL" clId="{F6AAE106-DC48-40CA-B515-5811AE2EA96A}" dt="2025-11-05T03:41:28.600" v="13339" actId="255"/>
        <pc:sldMkLst>
          <pc:docMk/>
          <pc:sldMk cId="309934168" sldId="285"/>
        </pc:sldMkLst>
        <pc:spChg chg="add mod">
          <ac:chgData name="Phan Thị Phương Thảo" userId="5e20b118-a43f-40d0-b348-7c62f5161c57" providerId="ADAL" clId="{F6AAE106-DC48-40CA-B515-5811AE2EA96A}" dt="2025-11-04T14:41:33.857" v="8508" actId="207"/>
          <ac:spMkLst>
            <pc:docMk/>
            <pc:sldMk cId="309934168" sldId="285"/>
            <ac:spMk id="5" creationId="{1B0BEF54-64C7-9435-AA12-5C19F3D0FB21}"/>
          </ac:spMkLst>
        </pc:spChg>
        <pc:spChg chg="add mod">
          <ac:chgData name="Phan Thị Phương Thảo" userId="5e20b118-a43f-40d0-b348-7c62f5161c57" providerId="ADAL" clId="{F6AAE106-DC48-40CA-B515-5811AE2EA96A}" dt="2025-11-04T14:42:04.373" v="8587" actId="207"/>
          <ac:spMkLst>
            <pc:docMk/>
            <pc:sldMk cId="309934168" sldId="285"/>
            <ac:spMk id="6" creationId="{A8622D03-9E76-5957-3AA4-DE24520C654B}"/>
          </ac:spMkLst>
        </pc:spChg>
        <pc:spChg chg="add mod">
          <ac:chgData name="Phan Thị Phương Thảo" userId="5e20b118-a43f-40d0-b348-7c62f5161c57" providerId="ADAL" clId="{F6AAE106-DC48-40CA-B515-5811AE2EA96A}" dt="2025-11-05T03:13:53.432" v="13277"/>
          <ac:spMkLst>
            <pc:docMk/>
            <pc:sldMk cId="309934168" sldId="285"/>
            <ac:spMk id="7" creationId="{406C4A30-60B5-6E07-0DC5-B475B8732C34}"/>
          </ac:spMkLst>
        </pc:spChg>
        <pc:spChg chg="mod">
          <ac:chgData name="Phan Thị Phương Thảo" userId="5e20b118-a43f-40d0-b348-7c62f5161c57" providerId="ADAL" clId="{F6AAE106-DC48-40CA-B515-5811AE2EA96A}" dt="2025-11-05T03:41:28.600" v="13339" actId="255"/>
          <ac:spMkLst>
            <pc:docMk/>
            <pc:sldMk cId="309934168" sldId="285"/>
            <ac:spMk id="12" creationId="{2E2313D5-D6C2-4868-38D6-189D3D41228D}"/>
          </ac:spMkLst>
        </pc:spChg>
        <pc:spChg chg="add mod">
          <ac:chgData name="Phan Thị Phương Thảo" userId="5e20b118-a43f-40d0-b348-7c62f5161c57" providerId="ADAL" clId="{F6AAE106-DC48-40CA-B515-5811AE2EA96A}" dt="2025-11-04T09:02:11.354" v="6662" actId="1076"/>
          <ac:spMkLst>
            <pc:docMk/>
            <pc:sldMk cId="309934168" sldId="285"/>
            <ac:spMk id="20" creationId="{4DB1A6F6-E492-3C6B-9826-7B33C88450D2}"/>
          </ac:spMkLst>
        </pc:spChg>
        <pc:spChg chg="add mod">
          <ac:chgData name="Phan Thị Phương Thảo" userId="5e20b118-a43f-40d0-b348-7c62f5161c57" providerId="ADAL" clId="{F6AAE106-DC48-40CA-B515-5811AE2EA96A}" dt="2025-11-04T08:53:05.550" v="6614" actId="1076"/>
          <ac:spMkLst>
            <pc:docMk/>
            <pc:sldMk cId="309934168" sldId="285"/>
            <ac:spMk id="21" creationId="{CFB35F0D-0EC7-6679-626E-4346DB3BBC5D}"/>
          </ac:spMkLst>
        </pc:spChg>
        <pc:spChg chg="add mod">
          <ac:chgData name="Phan Thị Phương Thảo" userId="5e20b118-a43f-40d0-b348-7c62f5161c57" providerId="ADAL" clId="{F6AAE106-DC48-40CA-B515-5811AE2EA96A}" dt="2025-11-04T08:53:23.160" v="6616" actId="1076"/>
          <ac:spMkLst>
            <pc:docMk/>
            <pc:sldMk cId="309934168" sldId="285"/>
            <ac:spMk id="22" creationId="{A500A8B7-6D4F-6820-58EB-415FA3CBD789}"/>
          </ac:spMkLst>
        </pc:spChg>
        <pc:spChg chg="add mod">
          <ac:chgData name="Phan Thị Phương Thảo" userId="5e20b118-a43f-40d0-b348-7c62f5161c57" providerId="ADAL" clId="{F6AAE106-DC48-40CA-B515-5811AE2EA96A}" dt="2025-11-04T09:01:58.420" v="6660" actId="255"/>
          <ac:spMkLst>
            <pc:docMk/>
            <pc:sldMk cId="309934168" sldId="285"/>
            <ac:spMk id="28" creationId="{0160C7F3-E8BF-E5B7-2670-45CF4FC21F6F}"/>
          </ac:spMkLst>
        </pc:spChg>
        <pc:spChg chg="add mod">
          <ac:chgData name="Phan Thị Phương Thảo" userId="5e20b118-a43f-40d0-b348-7c62f5161c57" providerId="ADAL" clId="{F6AAE106-DC48-40CA-B515-5811AE2EA96A}" dt="2025-11-04T09:02:43.207" v="6670" actId="1076"/>
          <ac:spMkLst>
            <pc:docMk/>
            <pc:sldMk cId="309934168" sldId="285"/>
            <ac:spMk id="29" creationId="{64CA94DE-D705-F98F-518F-673D8735ED95}"/>
          </ac:spMkLst>
        </pc:spChg>
        <pc:spChg chg="add mod">
          <ac:chgData name="Phan Thị Phương Thảo" userId="5e20b118-a43f-40d0-b348-7c62f5161c57" providerId="ADAL" clId="{F6AAE106-DC48-40CA-B515-5811AE2EA96A}" dt="2025-11-04T09:03:19.952" v="6677" actId="208"/>
          <ac:spMkLst>
            <pc:docMk/>
            <pc:sldMk cId="309934168" sldId="285"/>
            <ac:spMk id="30" creationId="{C1440E8B-9EAB-DD87-ADDC-1429B4BF8E12}"/>
          </ac:spMkLst>
        </pc:spChg>
        <pc:picChg chg="add mod">
          <ac:chgData name="Phan Thị Phương Thảo" userId="5e20b118-a43f-40d0-b348-7c62f5161c57" providerId="ADAL" clId="{F6AAE106-DC48-40CA-B515-5811AE2EA96A}" dt="2025-11-04T08:19:49.276" v="6481" actId="14100"/>
          <ac:picMkLst>
            <pc:docMk/>
            <pc:sldMk cId="309934168" sldId="285"/>
            <ac:picMk id="9" creationId="{CA25E881-A394-FAB1-981F-B4603A33AC67}"/>
          </ac:picMkLst>
        </pc:picChg>
        <pc:picChg chg="add mod">
          <ac:chgData name="Phan Thị Phương Thảo" userId="5e20b118-a43f-40d0-b348-7c62f5161c57" providerId="ADAL" clId="{F6AAE106-DC48-40CA-B515-5811AE2EA96A}" dt="2025-11-05T03:13:53.432" v="13277"/>
          <ac:picMkLst>
            <pc:docMk/>
            <pc:sldMk cId="309934168" sldId="285"/>
            <ac:picMk id="10" creationId="{C86F6F7C-BBB2-B3B4-1E89-3A39EB443AF8}"/>
          </ac:picMkLst>
        </pc:picChg>
        <pc:picChg chg="add mod">
          <ac:chgData name="Phan Thị Phương Thảo" userId="5e20b118-a43f-40d0-b348-7c62f5161c57" providerId="ADAL" clId="{F6AAE106-DC48-40CA-B515-5811AE2EA96A}" dt="2025-11-04T08:19:45.462" v="6480" actId="14100"/>
          <ac:picMkLst>
            <pc:docMk/>
            <pc:sldMk cId="309934168" sldId="285"/>
            <ac:picMk id="15" creationId="{8FFDB2BB-BC40-FE07-4585-0085C1477AD3}"/>
          </ac:picMkLst>
        </pc:picChg>
        <pc:picChg chg="add mod">
          <ac:chgData name="Phan Thị Phương Thảo" userId="5e20b118-a43f-40d0-b348-7c62f5161c57" providerId="ADAL" clId="{F6AAE106-DC48-40CA-B515-5811AE2EA96A}" dt="2025-11-04T08:50:49.879" v="6602" actId="1076"/>
          <ac:picMkLst>
            <pc:docMk/>
            <pc:sldMk cId="309934168" sldId="285"/>
            <ac:picMk id="17" creationId="{193AC928-0131-85A6-5C29-CE9F08B16F68}"/>
          </ac:picMkLst>
        </pc:picChg>
        <pc:picChg chg="add mod">
          <ac:chgData name="Phan Thị Phương Thảo" userId="5e20b118-a43f-40d0-b348-7c62f5161c57" providerId="ADAL" clId="{F6AAE106-DC48-40CA-B515-5811AE2EA96A}" dt="2025-11-04T08:51:09.422" v="6604" actId="1076"/>
          <ac:picMkLst>
            <pc:docMk/>
            <pc:sldMk cId="309934168" sldId="285"/>
            <ac:picMk id="18" creationId="{FEE8DE78-49D9-17D3-CA48-A8E2266A0D60}"/>
          </ac:picMkLst>
        </pc:picChg>
        <pc:picChg chg="add mod">
          <ac:chgData name="Phan Thị Phương Thảo" userId="5e20b118-a43f-40d0-b348-7c62f5161c57" providerId="ADAL" clId="{F6AAE106-DC48-40CA-B515-5811AE2EA96A}" dt="2025-11-04T08:51:17.292" v="6606" actId="1076"/>
          <ac:picMkLst>
            <pc:docMk/>
            <pc:sldMk cId="309934168" sldId="285"/>
            <ac:picMk id="19" creationId="{1E418724-275E-02BA-4C90-BD1412FD45BE}"/>
          </ac:picMkLst>
        </pc:picChg>
        <pc:picChg chg="add mod">
          <ac:chgData name="Phan Thị Phương Thảo" userId="5e20b118-a43f-40d0-b348-7c62f5161c57" providerId="ADAL" clId="{F6AAE106-DC48-40CA-B515-5811AE2EA96A}" dt="2025-11-04T09:00:58.191" v="6651" actId="1076"/>
          <ac:picMkLst>
            <pc:docMk/>
            <pc:sldMk cId="309934168" sldId="285"/>
            <ac:picMk id="24" creationId="{C7A7AB06-125C-3FDD-7D9C-BA73CE0F9520}"/>
          </ac:picMkLst>
        </pc:picChg>
        <pc:picChg chg="add mod">
          <ac:chgData name="Phan Thị Phương Thảo" userId="5e20b118-a43f-40d0-b348-7c62f5161c57" providerId="ADAL" clId="{F6AAE106-DC48-40CA-B515-5811AE2EA96A}" dt="2025-11-04T09:01:10.754" v="6653" actId="1076"/>
          <ac:picMkLst>
            <pc:docMk/>
            <pc:sldMk cId="309934168" sldId="285"/>
            <ac:picMk id="26" creationId="{A17D54D2-1A91-9DE8-AC9B-8E5422D7D1EA}"/>
          </ac:picMkLst>
        </pc:picChg>
        <pc:picChg chg="add mod">
          <ac:chgData name="Phan Thị Phương Thảo" userId="5e20b118-a43f-40d0-b348-7c62f5161c57" providerId="ADAL" clId="{F6AAE106-DC48-40CA-B515-5811AE2EA96A}" dt="2025-11-04T09:01:29.826" v="6655" actId="1076"/>
          <ac:picMkLst>
            <pc:docMk/>
            <pc:sldMk cId="309934168" sldId="285"/>
            <ac:picMk id="27" creationId="{692679EE-D1F4-8876-ECA9-3EE773CC1C01}"/>
          </ac:picMkLst>
        </pc:picChg>
        <pc:cxnChg chg="add mod">
          <ac:chgData name="Phan Thị Phương Thảo" userId="5e20b118-a43f-40d0-b348-7c62f5161c57" providerId="ADAL" clId="{F6AAE106-DC48-40CA-B515-5811AE2EA96A}" dt="2025-11-04T14:42:26.096" v="8589" actId="1582"/>
          <ac:cxnSpMkLst>
            <pc:docMk/>
            <pc:sldMk cId="309934168" sldId="285"/>
            <ac:cxnSpMk id="8" creationId="{01313977-72C0-78F3-4A3E-AF910E31EB3B}"/>
          </ac:cxnSpMkLst>
        </pc:cxnChg>
        <pc:cxnChg chg="add mod">
          <ac:chgData name="Phan Thị Phương Thảo" userId="5e20b118-a43f-40d0-b348-7c62f5161c57" providerId="ADAL" clId="{F6AAE106-DC48-40CA-B515-5811AE2EA96A}" dt="2025-11-04T14:43:14.964" v="8592" actId="14100"/>
          <ac:cxnSpMkLst>
            <pc:docMk/>
            <pc:sldMk cId="309934168" sldId="285"/>
            <ac:cxnSpMk id="11" creationId="{50ADD5B5-06EA-C472-B508-9A36CB3BD607}"/>
          </ac:cxnSpMkLst>
        </pc:cxnChg>
      </pc:sldChg>
      <pc:sldChg chg="addSp delSp modSp add mod">
        <pc:chgData name="Phan Thị Phương Thảo" userId="5e20b118-a43f-40d0-b348-7c62f5161c57" providerId="ADAL" clId="{F6AAE106-DC48-40CA-B515-5811AE2EA96A}" dt="2025-11-05T03:41:56.391" v="13345" actId="255"/>
        <pc:sldMkLst>
          <pc:docMk/>
          <pc:sldMk cId="2059981924" sldId="286"/>
        </pc:sldMkLst>
        <pc:spChg chg="mod">
          <ac:chgData name="Phan Thị Phương Thảo" userId="5e20b118-a43f-40d0-b348-7c62f5161c57" providerId="ADAL" clId="{F6AAE106-DC48-40CA-B515-5811AE2EA96A}" dt="2025-11-04T09:33:53.255" v="6930" actId="20577"/>
          <ac:spMkLst>
            <pc:docMk/>
            <pc:sldMk cId="2059981924" sldId="286"/>
            <ac:spMk id="4" creationId="{F5D39051-93F1-57A7-C0BE-87C17B838FC6}"/>
          </ac:spMkLst>
        </pc:spChg>
        <pc:spChg chg="add mod">
          <ac:chgData name="Phan Thị Phương Thảo" userId="5e20b118-a43f-40d0-b348-7c62f5161c57" providerId="ADAL" clId="{F6AAE106-DC48-40CA-B515-5811AE2EA96A}" dt="2025-11-05T03:14:08.383" v="13280"/>
          <ac:spMkLst>
            <pc:docMk/>
            <pc:sldMk cId="2059981924" sldId="286"/>
            <ac:spMk id="5" creationId="{67E77E89-44A4-5D87-8EEB-6A3D61A5EE27}"/>
          </ac:spMkLst>
        </pc:spChg>
        <pc:spChg chg="mod">
          <ac:chgData name="Phan Thị Phương Thảo" userId="5e20b118-a43f-40d0-b348-7c62f5161c57" providerId="ADAL" clId="{F6AAE106-DC48-40CA-B515-5811AE2EA96A}" dt="2025-11-05T03:41:56.391" v="13345" actId="255"/>
          <ac:spMkLst>
            <pc:docMk/>
            <pc:sldMk cId="2059981924" sldId="286"/>
            <ac:spMk id="7" creationId="{F0C00E5E-FF51-5F97-8C4F-E72C7F9E3481}"/>
          </ac:spMkLst>
        </pc:spChg>
        <pc:picChg chg="add mod">
          <ac:chgData name="Phan Thị Phương Thảo" userId="5e20b118-a43f-40d0-b348-7c62f5161c57" providerId="ADAL" clId="{F6AAE106-DC48-40CA-B515-5811AE2EA96A}" dt="2025-11-05T03:14:08.383" v="13280"/>
          <ac:picMkLst>
            <pc:docMk/>
            <pc:sldMk cId="2059981924" sldId="286"/>
            <ac:picMk id="6" creationId="{F75DE7C4-D2DC-1BC0-B475-3A2F7B587C75}"/>
          </ac:picMkLst>
        </pc:picChg>
        <pc:picChg chg="add mod">
          <ac:chgData name="Phan Thị Phương Thảo" userId="5e20b118-a43f-40d0-b348-7c62f5161c57" providerId="ADAL" clId="{F6AAE106-DC48-40CA-B515-5811AE2EA96A}" dt="2025-11-04T10:04:56.799" v="6972" actId="1076"/>
          <ac:picMkLst>
            <pc:docMk/>
            <pc:sldMk cId="2059981924" sldId="286"/>
            <ac:picMk id="10" creationId="{A15E068F-F093-4A3A-D4D5-4769505D677E}"/>
          </ac:picMkLst>
        </pc:picChg>
        <pc:picChg chg="add mod">
          <ac:chgData name="Phan Thị Phương Thảo" userId="5e20b118-a43f-40d0-b348-7c62f5161c57" providerId="ADAL" clId="{F6AAE106-DC48-40CA-B515-5811AE2EA96A}" dt="2025-11-04T10:05:07.729" v="6975" actId="14100"/>
          <ac:picMkLst>
            <pc:docMk/>
            <pc:sldMk cId="2059981924" sldId="286"/>
            <ac:picMk id="26" creationId="{234E7498-8AF0-8D9E-3A51-BBD6A409C33E}"/>
          </ac:picMkLst>
        </pc:picChg>
      </pc:sldChg>
      <pc:sldChg chg="addSp delSp modSp add mod modNotesTx">
        <pc:chgData name="Phan Thị Phương Thảo" userId="5e20b118-a43f-40d0-b348-7c62f5161c57" providerId="ADAL" clId="{F6AAE106-DC48-40CA-B515-5811AE2EA96A}" dt="2025-11-05T03:40:22.583" v="13337" actId="255"/>
        <pc:sldMkLst>
          <pc:docMk/>
          <pc:sldMk cId="1421937386" sldId="287"/>
        </pc:sldMkLst>
        <pc:spChg chg="add mod">
          <ac:chgData name="Phan Thị Phương Thảo" userId="5e20b118-a43f-40d0-b348-7c62f5161c57" providerId="ADAL" clId="{F6AAE106-DC48-40CA-B515-5811AE2EA96A}" dt="2025-11-05T03:13:46.940" v="13276"/>
          <ac:spMkLst>
            <pc:docMk/>
            <pc:sldMk cId="1421937386" sldId="287"/>
            <ac:spMk id="5" creationId="{D39DD238-C8FB-4FC0-063F-7D0267FFF22A}"/>
          </ac:spMkLst>
        </pc:spChg>
        <pc:spChg chg="mod">
          <ac:chgData name="Phan Thị Phương Thảo" userId="5e20b118-a43f-40d0-b348-7c62f5161c57" providerId="ADAL" clId="{F6AAE106-DC48-40CA-B515-5811AE2EA96A}" dt="2025-11-05T03:40:22.583" v="13337" actId="255"/>
          <ac:spMkLst>
            <pc:docMk/>
            <pc:sldMk cId="1421937386" sldId="287"/>
            <ac:spMk id="9" creationId="{9F9C0D75-E939-9696-ED8D-D30567E63C84}"/>
          </ac:spMkLst>
        </pc:spChg>
        <pc:spChg chg="add mod">
          <ac:chgData name="Phan Thị Phương Thảo" userId="5e20b118-a43f-40d0-b348-7c62f5161c57" providerId="ADAL" clId="{F6AAE106-DC48-40CA-B515-5811AE2EA96A}" dt="2025-11-04T14:59:25.916" v="9188" actId="1076"/>
          <ac:spMkLst>
            <pc:docMk/>
            <pc:sldMk cId="1421937386" sldId="287"/>
            <ac:spMk id="13" creationId="{5650855A-4DC2-06F4-C62A-37F7073A14EB}"/>
          </ac:spMkLst>
        </pc:spChg>
        <pc:spChg chg="add mod">
          <ac:chgData name="Phan Thị Phương Thảo" userId="5e20b118-a43f-40d0-b348-7c62f5161c57" providerId="ADAL" clId="{F6AAE106-DC48-40CA-B515-5811AE2EA96A}" dt="2025-11-04T14:59:11.055" v="9186" actId="207"/>
          <ac:spMkLst>
            <pc:docMk/>
            <pc:sldMk cId="1421937386" sldId="287"/>
            <ac:spMk id="14" creationId="{C57D8ABD-F7A0-0266-E6FC-75A74E246032}"/>
          </ac:spMkLst>
        </pc:spChg>
        <pc:spChg chg="add mod">
          <ac:chgData name="Phan Thị Phương Thảo" userId="5e20b118-a43f-40d0-b348-7c62f5161c57" providerId="ADAL" clId="{F6AAE106-DC48-40CA-B515-5811AE2EA96A}" dt="2025-11-04T14:59:21.815" v="9187" actId="207"/>
          <ac:spMkLst>
            <pc:docMk/>
            <pc:sldMk cId="1421937386" sldId="287"/>
            <ac:spMk id="16" creationId="{927C1E33-0263-57F1-E6E5-0CA1AA8E0EEC}"/>
          </ac:spMkLst>
        </pc:spChg>
        <pc:spChg chg="add mod">
          <ac:chgData name="Phan Thị Phương Thảo" userId="5e20b118-a43f-40d0-b348-7c62f5161c57" providerId="ADAL" clId="{F6AAE106-DC48-40CA-B515-5811AE2EA96A}" dt="2025-11-04T15:03:41.945" v="9225" actId="1076"/>
          <ac:spMkLst>
            <pc:docMk/>
            <pc:sldMk cId="1421937386" sldId="287"/>
            <ac:spMk id="18" creationId="{75C70A75-A7A7-6DCD-3FB7-E8CC46F8C1A6}"/>
          </ac:spMkLst>
        </pc:spChg>
        <pc:spChg chg="add mod">
          <ac:chgData name="Phan Thị Phương Thảo" userId="5e20b118-a43f-40d0-b348-7c62f5161c57" providerId="ADAL" clId="{F6AAE106-DC48-40CA-B515-5811AE2EA96A}" dt="2025-11-04T15:03:44.865" v="9226" actId="1076"/>
          <ac:spMkLst>
            <pc:docMk/>
            <pc:sldMk cId="1421937386" sldId="287"/>
            <ac:spMk id="19" creationId="{D27CCAF3-1A80-1519-8CA3-8E6EF9C457FE}"/>
          </ac:spMkLst>
        </pc:spChg>
        <pc:spChg chg="add mod">
          <ac:chgData name="Phan Thị Phương Thảo" userId="5e20b118-a43f-40d0-b348-7c62f5161c57" providerId="ADAL" clId="{F6AAE106-DC48-40CA-B515-5811AE2EA96A}" dt="2025-11-04T15:04:18.162" v="9230" actId="1076"/>
          <ac:spMkLst>
            <pc:docMk/>
            <pc:sldMk cId="1421937386" sldId="287"/>
            <ac:spMk id="20" creationId="{FD498A56-BAB6-DB9A-1342-36E60F0D3D8D}"/>
          </ac:spMkLst>
        </pc:spChg>
        <pc:spChg chg="add mod">
          <ac:chgData name="Phan Thị Phương Thảo" userId="5e20b118-a43f-40d0-b348-7c62f5161c57" providerId="ADAL" clId="{F6AAE106-DC48-40CA-B515-5811AE2EA96A}" dt="2025-11-04T15:05:24.623" v="9237" actId="1076"/>
          <ac:spMkLst>
            <pc:docMk/>
            <pc:sldMk cId="1421937386" sldId="287"/>
            <ac:spMk id="21" creationId="{0C95951A-71D8-813D-C2AF-44B7A223470E}"/>
          </ac:spMkLst>
        </pc:spChg>
        <pc:spChg chg="add mod">
          <ac:chgData name="Phan Thị Phương Thảo" userId="5e20b118-a43f-40d0-b348-7c62f5161c57" providerId="ADAL" clId="{F6AAE106-DC48-40CA-B515-5811AE2EA96A}" dt="2025-11-04T15:05:48.108" v="9244" actId="1076"/>
          <ac:spMkLst>
            <pc:docMk/>
            <pc:sldMk cId="1421937386" sldId="287"/>
            <ac:spMk id="22" creationId="{45AC630C-73B6-6857-8FDD-F4C002C407BF}"/>
          </ac:spMkLst>
        </pc:spChg>
        <pc:spChg chg="add mod">
          <ac:chgData name="Phan Thị Phương Thảo" userId="5e20b118-a43f-40d0-b348-7c62f5161c57" providerId="ADAL" clId="{F6AAE106-DC48-40CA-B515-5811AE2EA96A}" dt="2025-11-04T15:06:22.077" v="9279" actId="1076"/>
          <ac:spMkLst>
            <pc:docMk/>
            <pc:sldMk cId="1421937386" sldId="287"/>
            <ac:spMk id="23" creationId="{28F112C6-C3FC-53A0-2572-D0C662395537}"/>
          </ac:spMkLst>
        </pc:spChg>
        <pc:spChg chg="add mod">
          <ac:chgData name="Phan Thị Phương Thảo" userId="5e20b118-a43f-40d0-b348-7c62f5161c57" providerId="ADAL" clId="{F6AAE106-DC48-40CA-B515-5811AE2EA96A}" dt="2025-11-04T15:06:52.151" v="9283" actId="208"/>
          <ac:spMkLst>
            <pc:docMk/>
            <pc:sldMk cId="1421937386" sldId="287"/>
            <ac:spMk id="24" creationId="{B961AD73-8D93-F45E-E57D-05904B3AC8E3}"/>
          </ac:spMkLst>
        </pc:spChg>
        <pc:picChg chg="add mod">
          <ac:chgData name="Phan Thị Phương Thảo" userId="5e20b118-a43f-40d0-b348-7c62f5161c57" providerId="ADAL" clId="{F6AAE106-DC48-40CA-B515-5811AE2EA96A}" dt="2025-11-05T03:13:46.940" v="13276"/>
          <ac:picMkLst>
            <pc:docMk/>
            <pc:sldMk cId="1421937386" sldId="287"/>
            <ac:picMk id="6" creationId="{3724D583-7242-CC7E-8921-630028004D80}"/>
          </ac:picMkLst>
        </pc:picChg>
        <pc:picChg chg="add mod">
          <ac:chgData name="Phan Thị Phương Thảo" userId="5e20b118-a43f-40d0-b348-7c62f5161c57" providerId="ADAL" clId="{F6AAE106-DC48-40CA-B515-5811AE2EA96A}" dt="2025-11-04T14:56:35.827" v="9160" actId="14100"/>
          <ac:picMkLst>
            <pc:docMk/>
            <pc:sldMk cId="1421937386" sldId="287"/>
            <ac:picMk id="7" creationId="{4FA4C5C1-A8BF-DA68-B037-13D5FE0A72AC}"/>
          </ac:picMkLst>
        </pc:picChg>
        <pc:picChg chg="add mod">
          <ac:chgData name="Phan Thị Phương Thảo" userId="5e20b118-a43f-40d0-b348-7c62f5161c57" providerId="ADAL" clId="{F6AAE106-DC48-40CA-B515-5811AE2EA96A}" dt="2025-11-04T14:56:33.468" v="9159" actId="14100"/>
          <ac:picMkLst>
            <pc:docMk/>
            <pc:sldMk cId="1421937386" sldId="287"/>
            <ac:picMk id="8" creationId="{5F473C1D-8620-74AE-3648-F396E908E33B}"/>
          </ac:picMkLst>
        </pc:picChg>
        <pc:picChg chg="add mod">
          <ac:chgData name="Phan Thị Phương Thảo" userId="5e20b118-a43f-40d0-b348-7c62f5161c57" providerId="ADAL" clId="{F6AAE106-DC48-40CA-B515-5811AE2EA96A}" dt="2025-11-04T14:57:24.334" v="9168" actId="14100"/>
          <ac:picMkLst>
            <pc:docMk/>
            <pc:sldMk cId="1421937386" sldId="287"/>
            <ac:picMk id="12" creationId="{09B07158-613B-6804-3669-92A4CFD205E5}"/>
          </ac:picMkLst>
        </pc:picChg>
        <pc:picChg chg="add mod">
          <ac:chgData name="Phan Thị Phương Thảo" userId="5e20b118-a43f-40d0-b348-7c62f5161c57" providerId="ADAL" clId="{F6AAE106-DC48-40CA-B515-5811AE2EA96A}" dt="2025-11-04T15:09:48.513" v="9296" actId="14100"/>
          <ac:picMkLst>
            <pc:docMk/>
            <pc:sldMk cId="1421937386" sldId="287"/>
            <ac:picMk id="32" creationId="{F7947DE9-E6CC-F846-6DCD-F3881F7B1191}"/>
          </ac:picMkLst>
        </pc:picChg>
        <pc:cxnChg chg="add mod">
          <ac:chgData name="Phan Thị Phương Thảo" userId="5e20b118-a43f-40d0-b348-7c62f5161c57" providerId="ADAL" clId="{F6AAE106-DC48-40CA-B515-5811AE2EA96A}" dt="2025-11-04T15:09:41.128" v="9293" actId="14100"/>
          <ac:cxnSpMkLst>
            <pc:docMk/>
            <pc:sldMk cId="1421937386" sldId="287"/>
            <ac:cxnSpMk id="27" creationId="{DF5B2DF7-1B40-C56C-DAB6-6CFE5CD94F09}"/>
          </ac:cxnSpMkLst>
        </pc:cxnChg>
      </pc:sldChg>
      <pc:sldChg chg="add del">
        <pc:chgData name="Phan Thị Phương Thảo" userId="5e20b118-a43f-40d0-b348-7c62f5161c57" providerId="ADAL" clId="{F6AAE106-DC48-40CA-B515-5811AE2EA96A}" dt="2025-11-04T10:05:24.733" v="6976" actId="47"/>
        <pc:sldMkLst>
          <pc:docMk/>
          <pc:sldMk cId="4262996351" sldId="287"/>
        </pc:sldMkLst>
      </pc:sldChg>
      <pc:sldChg chg="addSp delSp modSp add del mod ord">
        <pc:chgData name="Phan Thị Phương Thảo" userId="5e20b118-a43f-40d0-b348-7c62f5161c57" providerId="ADAL" clId="{F6AAE106-DC48-40CA-B515-5811AE2EA96A}" dt="2025-11-05T06:17:35.408" v="13372" actId="47"/>
        <pc:sldMkLst>
          <pc:docMk/>
          <pc:sldMk cId="2666805792" sldId="288"/>
        </pc:sldMkLst>
      </pc:sldChg>
      <pc:sldChg chg="addSp delSp modSp add del mod">
        <pc:chgData name="Phan Thị Phương Thảo" userId="5e20b118-a43f-40d0-b348-7c62f5161c57" providerId="ADAL" clId="{F6AAE106-DC48-40CA-B515-5811AE2EA96A}" dt="2025-11-04T17:23:55.088" v="10097" actId="47"/>
        <pc:sldMkLst>
          <pc:docMk/>
          <pc:sldMk cId="3427100086" sldId="288"/>
        </pc:sldMkLst>
      </pc:sldChg>
      <pc:sldChg chg="addSp delSp modSp add mod ord">
        <pc:chgData name="Phan Thị Phương Thảo" userId="5e20b118-a43f-40d0-b348-7c62f5161c57" providerId="ADAL" clId="{F6AAE106-DC48-40CA-B515-5811AE2EA96A}" dt="2025-11-05T03:14:45.469" v="13286"/>
        <pc:sldMkLst>
          <pc:docMk/>
          <pc:sldMk cId="1413269190" sldId="289"/>
        </pc:sldMkLst>
        <pc:spChg chg="add mod">
          <ac:chgData name="Phan Thị Phương Thảo" userId="5e20b118-a43f-40d0-b348-7c62f5161c57" providerId="ADAL" clId="{F6AAE106-DC48-40CA-B515-5811AE2EA96A}" dt="2025-11-04T19:04:27.618" v="13176" actId="1076"/>
          <ac:spMkLst>
            <pc:docMk/>
            <pc:sldMk cId="1413269190" sldId="289"/>
            <ac:spMk id="3" creationId="{0E8AEB9B-9A5E-689D-BB76-6D42BC3E4078}"/>
          </ac:spMkLst>
        </pc:spChg>
        <pc:spChg chg="add mod">
          <ac:chgData name="Phan Thị Phương Thảo" userId="5e20b118-a43f-40d0-b348-7c62f5161c57" providerId="ADAL" clId="{F6AAE106-DC48-40CA-B515-5811AE2EA96A}" dt="2025-11-05T03:14:45.469" v="13286"/>
          <ac:spMkLst>
            <pc:docMk/>
            <pc:sldMk cId="1413269190" sldId="289"/>
            <ac:spMk id="4" creationId="{1C4442E2-34D7-EDB0-3B97-2C3B89226CBF}"/>
          </ac:spMkLst>
        </pc:spChg>
        <pc:picChg chg="add mod">
          <ac:chgData name="Phan Thị Phương Thảo" userId="5e20b118-a43f-40d0-b348-7c62f5161c57" providerId="ADAL" clId="{F6AAE106-DC48-40CA-B515-5811AE2EA96A}" dt="2025-11-05T03:14:45.469" v="13286"/>
          <ac:picMkLst>
            <pc:docMk/>
            <pc:sldMk cId="1413269190" sldId="289"/>
            <ac:picMk id="5" creationId="{3CE4FB93-CE3F-85BB-F74F-6F74571BA3EB}"/>
          </ac:picMkLst>
        </pc:picChg>
      </pc:sldChg>
      <pc:sldChg chg="new del">
        <pc:chgData name="Phan Thị Phương Thảo" userId="5e20b118-a43f-40d0-b348-7c62f5161c57" providerId="ADAL" clId="{F6AAE106-DC48-40CA-B515-5811AE2EA96A}" dt="2025-11-05T07:19:10.083" v="13378" actId="47"/>
        <pc:sldMkLst>
          <pc:docMk/>
          <pc:sldMk cId="1099465729" sldId="290"/>
        </pc:sldMkLst>
      </pc:sldChg>
      <pc:sldChg chg="add del">
        <pc:chgData name="Phan Thị Phương Thảo" userId="5e20b118-a43f-40d0-b348-7c62f5161c57" providerId="ADAL" clId="{F6AAE106-DC48-40CA-B515-5811AE2EA96A}" dt="2025-11-05T06:17:37.495" v="13373" actId="47"/>
        <pc:sldMkLst>
          <pc:docMk/>
          <pc:sldMk cId="4095605167" sldId="290"/>
        </pc:sldMkLst>
      </pc:sldChg>
    </pc:docChg>
  </pc:docChgLst>
  <pc:docChgLst>
    <pc:chgData name="Người dùng Khách" userId="S::urn:spo:tenantanon#beb8970a-3fe1-44e2-823f-80eaa9e0c260::" providerId="AD" clId="Web-{8D1B424D-8A11-B274-6D6C-18EB52734F06}"/>
    <pc:docChg chg="modSld">
      <pc:chgData name="Người dùng Khách" userId="S::urn:spo:tenantanon#beb8970a-3fe1-44e2-823f-80eaa9e0c260::" providerId="AD" clId="Web-{8D1B424D-8A11-B274-6D6C-18EB52734F06}" dt="2025-11-05T01:04:15.593" v="778" actId="20577"/>
      <pc:docMkLst>
        <pc:docMk/>
      </pc:docMkLst>
      <pc:sldChg chg="modSp">
        <pc:chgData name="Người dùng Khách" userId="S::urn:spo:tenantanon#beb8970a-3fe1-44e2-823f-80eaa9e0c260::" providerId="AD" clId="Web-{8D1B424D-8A11-B274-6D6C-18EB52734F06}" dt="2025-11-05T01:03:40.577" v="764" actId="20577"/>
        <pc:sldMkLst>
          <pc:docMk/>
          <pc:sldMk cId="4226613909" sldId="259"/>
        </pc:sldMkLst>
        <pc:spChg chg="mod">
          <ac:chgData name="Người dùng Khách" userId="S::urn:spo:tenantanon#beb8970a-3fe1-44e2-823f-80eaa9e0c260::" providerId="AD" clId="Web-{8D1B424D-8A11-B274-6D6C-18EB52734F06}" dt="2025-11-05T00:19:47.804" v="163" actId="14100"/>
          <ac:spMkLst>
            <pc:docMk/>
            <pc:sldMk cId="4226613909" sldId="259"/>
            <ac:spMk id="3" creationId="{8554205F-5947-F69F-47AF-D84FF2726005}"/>
          </ac:spMkLst>
        </pc:spChg>
        <pc:spChg chg="mod">
          <ac:chgData name="Người dùng Khách" userId="S::urn:spo:tenantanon#beb8970a-3fe1-44e2-823f-80eaa9e0c260::" providerId="AD" clId="Web-{8D1B424D-8A11-B274-6D6C-18EB52734F06}" dt="2025-11-05T01:03:40.577" v="764" actId="20577"/>
          <ac:spMkLst>
            <pc:docMk/>
            <pc:sldMk cId="4226613909" sldId="259"/>
            <ac:spMk id="4" creationId="{ABC19814-827B-4C38-9EFA-6B4E6BDF9491}"/>
          </ac:spMkLst>
        </pc:spChg>
      </pc:sldChg>
      <pc:sldChg chg="modSp">
        <pc:chgData name="Người dùng Khách" userId="S::urn:spo:tenantanon#beb8970a-3fe1-44e2-823f-80eaa9e0c260::" providerId="AD" clId="Web-{8D1B424D-8A11-B274-6D6C-18EB52734F06}" dt="2025-11-05T01:03:43.702" v="766" actId="20577"/>
        <pc:sldMkLst>
          <pc:docMk/>
          <pc:sldMk cId="261394998" sldId="260"/>
        </pc:sldMkLst>
        <pc:spChg chg="mod">
          <ac:chgData name="Người dùng Khách" userId="S::urn:spo:tenantanon#beb8970a-3fe1-44e2-823f-80eaa9e0c260::" providerId="AD" clId="Web-{8D1B424D-8A11-B274-6D6C-18EB52734F06}" dt="2025-11-05T00:20:14.307" v="169" actId="14100"/>
          <ac:spMkLst>
            <pc:docMk/>
            <pc:sldMk cId="261394998" sldId="260"/>
            <ac:spMk id="3" creationId="{4E3D1F2D-8143-2578-10E7-999896BC14AC}"/>
          </ac:spMkLst>
        </pc:spChg>
        <pc:spChg chg="mod">
          <ac:chgData name="Người dùng Khách" userId="S::urn:spo:tenantanon#beb8970a-3fe1-44e2-823f-80eaa9e0c260::" providerId="AD" clId="Web-{8D1B424D-8A11-B274-6D6C-18EB52734F06}" dt="2025-11-05T01:03:43.702" v="766" actId="20577"/>
          <ac:spMkLst>
            <pc:docMk/>
            <pc:sldMk cId="261394998" sldId="260"/>
            <ac:spMk id="4" creationId="{BAF33686-9B63-1856-D09C-FA6C6FD1D0AB}"/>
          </ac:spMkLst>
        </pc:spChg>
        <pc:spChg chg="mod">
          <ac:chgData name="Người dùng Khách" userId="S::urn:spo:tenantanon#beb8970a-3fe1-44e2-823f-80eaa9e0c260::" providerId="AD" clId="Web-{8D1B424D-8A11-B274-6D6C-18EB52734F06}" dt="2025-11-05T00:21:12.954" v="178" actId="20577"/>
          <ac:spMkLst>
            <pc:docMk/>
            <pc:sldMk cId="261394998" sldId="260"/>
            <ac:spMk id="5" creationId="{2C141D03-0B41-E2FA-08B1-1B94555BF0A0}"/>
          </ac:spMkLst>
        </pc:spChg>
      </pc:sldChg>
      <pc:sldChg chg="modSp">
        <pc:chgData name="Người dùng Khách" userId="S::urn:spo:tenantanon#beb8970a-3fe1-44e2-823f-80eaa9e0c260::" providerId="AD" clId="Web-{8D1B424D-8A11-B274-6D6C-18EB52734F06}" dt="2025-11-05T01:03:34.858" v="762" actId="20577"/>
        <pc:sldMkLst>
          <pc:docMk/>
          <pc:sldMk cId="594835473" sldId="261"/>
        </pc:sldMkLst>
        <pc:spChg chg="mod">
          <ac:chgData name="Người dùng Khách" userId="S::urn:spo:tenantanon#beb8970a-3fe1-44e2-823f-80eaa9e0c260::" providerId="AD" clId="Web-{8D1B424D-8A11-B274-6D6C-18EB52734F06}" dt="2025-11-05T00:16:59.729" v="144" actId="14100"/>
          <ac:spMkLst>
            <pc:docMk/>
            <pc:sldMk cId="594835473" sldId="261"/>
            <ac:spMk id="3" creationId="{90108FF9-4C01-4785-3078-32739E808729}"/>
          </ac:spMkLst>
        </pc:spChg>
        <pc:spChg chg="mod">
          <ac:chgData name="Người dùng Khách" userId="S::urn:spo:tenantanon#beb8970a-3fe1-44e2-823f-80eaa9e0c260::" providerId="AD" clId="Web-{8D1B424D-8A11-B274-6D6C-18EB52734F06}" dt="2025-11-05T01:03:34.858" v="762" actId="20577"/>
          <ac:spMkLst>
            <pc:docMk/>
            <pc:sldMk cId="594835473" sldId="261"/>
            <ac:spMk id="4" creationId="{68EA60F5-DBBE-CB37-F2FF-85E5E32B6E7D}"/>
          </ac:spMkLst>
        </pc:spChg>
        <pc:spChg chg="mod">
          <ac:chgData name="Người dùng Khách" userId="S::urn:spo:tenantanon#beb8970a-3fe1-44e2-823f-80eaa9e0c260::" providerId="AD" clId="Web-{8D1B424D-8A11-B274-6D6C-18EB52734F06}" dt="2025-11-05T00:19:30.176" v="159" actId="20577"/>
          <ac:spMkLst>
            <pc:docMk/>
            <pc:sldMk cId="594835473" sldId="261"/>
            <ac:spMk id="5" creationId="{70097C29-09CF-5A78-70CD-94DEAF95A687}"/>
          </ac:spMkLst>
        </pc:spChg>
      </pc:sldChg>
      <pc:sldChg chg="modSp">
        <pc:chgData name="Người dùng Khách" userId="S::urn:spo:tenantanon#beb8970a-3fe1-44e2-823f-80eaa9e0c260::" providerId="AD" clId="Web-{8D1B424D-8A11-B274-6D6C-18EB52734F06}" dt="2025-11-05T01:03:53.202" v="768" actId="20577"/>
        <pc:sldMkLst>
          <pc:docMk/>
          <pc:sldMk cId="3673172357" sldId="262"/>
        </pc:sldMkLst>
        <pc:spChg chg="mod">
          <ac:chgData name="Người dùng Khách" userId="S::urn:spo:tenantanon#beb8970a-3fe1-44e2-823f-80eaa9e0c260::" providerId="AD" clId="Web-{8D1B424D-8A11-B274-6D6C-18EB52734F06}" dt="2025-11-05T00:21:28.237" v="181" actId="14100"/>
          <ac:spMkLst>
            <pc:docMk/>
            <pc:sldMk cId="3673172357" sldId="262"/>
            <ac:spMk id="3" creationId="{3BDDB5AA-8CFF-70AA-AF41-C065AEE73352}"/>
          </ac:spMkLst>
        </pc:spChg>
        <pc:spChg chg="mod">
          <ac:chgData name="Người dùng Khách" userId="S::urn:spo:tenantanon#beb8970a-3fe1-44e2-823f-80eaa9e0c260::" providerId="AD" clId="Web-{8D1B424D-8A11-B274-6D6C-18EB52734F06}" dt="2025-11-05T01:03:53.202" v="768" actId="20577"/>
          <ac:spMkLst>
            <pc:docMk/>
            <pc:sldMk cId="3673172357" sldId="262"/>
            <ac:spMk id="4" creationId="{84ACE253-D714-50FF-CD98-A5825E8327BF}"/>
          </ac:spMkLst>
        </pc:spChg>
        <pc:spChg chg="mod">
          <ac:chgData name="Người dùng Khách" userId="S::urn:spo:tenantanon#beb8970a-3fe1-44e2-823f-80eaa9e0c260::" providerId="AD" clId="Web-{8D1B424D-8A11-B274-6D6C-18EB52734F06}" dt="2025-11-05T00:22:44.697" v="204" actId="14100"/>
          <ac:spMkLst>
            <pc:docMk/>
            <pc:sldMk cId="3673172357" sldId="262"/>
            <ac:spMk id="6" creationId="{7B453347-9C35-A098-0AFE-6DEC737DC6F2}"/>
          </ac:spMkLst>
        </pc:spChg>
        <pc:spChg chg="mod">
          <ac:chgData name="Người dùng Khách" userId="S::urn:spo:tenantanon#beb8970a-3fe1-44e2-823f-80eaa9e0c260::" providerId="AD" clId="Web-{8D1B424D-8A11-B274-6D6C-18EB52734F06}" dt="2025-11-05T00:22:06.725" v="195" actId="20577"/>
          <ac:spMkLst>
            <pc:docMk/>
            <pc:sldMk cId="3673172357" sldId="262"/>
            <ac:spMk id="11" creationId="{C1165C7C-7DBC-1F93-4A26-EBC8C269386B}"/>
          </ac:spMkLst>
        </pc:spChg>
      </pc:sldChg>
      <pc:sldChg chg="modSp">
        <pc:chgData name="Người dùng Khách" userId="S::urn:spo:tenantanon#beb8970a-3fe1-44e2-823f-80eaa9e0c260::" providerId="AD" clId="Web-{8D1B424D-8A11-B274-6D6C-18EB52734F06}" dt="2025-11-05T01:03:58.030" v="770" actId="20577"/>
        <pc:sldMkLst>
          <pc:docMk/>
          <pc:sldMk cId="3615695329" sldId="264"/>
        </pc:sldMkLst>
        <pc:spChg chg="mod">
          <ac:chgData name="Người dùng Khách" userId="S::urn:spo:tenantanon#beb8970a-3fe1-44e2-823f-80eaa9e0c260::" providerId="AD" clId="Web-{8D1B424D-8A11-B274-6D6C-18EB52734F06}" dt="2025-11-05T00:23:02.495" v="207" actId="14100"/>
          <ac:spMkLst>
            <pc:docMk/>
            <pc:sldMk cId="3615695329" sldId="264"/>
            <ac:spMk id="3" creationId="{AC1DBD66-C54A-CBAA-5B6E-DFB35565C0E2}"/>
          </ac:spMkLst>
        </pc:spChg>
        <pc:spChg chg="mod">
          <ac:chgData name="Người dùng Khách" userId="S::urn:spo:tenantanon#beb8970a-3fe1-44e2-823f-80eaa9e0c260::" providerId="AD" clId="Web-{8D1B424D-8A11-B274-6D6C-18EB52734F06}" dt="2025-11-05T01:03:58.030" v="770" actId="20577"/>
          <ac:spMkLst>
            <pc:docMk/>
            <pc:sldMk cId="3615695329" sldId="264"/>
            <ac:spMk id="4" creationId="{AE968FDE-DE17-68CF-D77C-788E050288EE}"/>
          </ac:spMkLst>
        </pc:spChg>
        <pc:spChg chg="mod">
          <ac:chgData name="Người dùng Khách" userId="S::urn:spo:tenantanon#beb8970a-3fe1-44e2-823f-80eaa9e0c260::" providerId="AD" clId="Web-{8D1B424D-8A11-B274-6D6C-18EB52734F06}" dt="2025-11-05T00:24:03.905" v="218" actId="20577"/>
          <ac:spMkLst>
            <pc:docMk/>
            <pc:sldMk cId="3615695329" sldId="264"/>
            <ac:spMk id="11" creationId="{4A98FF51-B92E-4274-7E77-A36759E5E094}"/>
          </ac:spMkLst>
        </pc:spChg>
      </pc:sldChg>
      <pc:sldChg chg="modSp">
        <pc:chgData name="Người dùng Khách" userId="S::urn:spo:tenantanon#beb8970a-3fe1-44e2-823f-80eaa9e0c260::" providerId="AD" clId="Web-{8D1B424D-8A11-B274-6D6C-18EB52734F06}" dt="2025-11-05T01:04:01.609" v="772" actId="20577"/>
        <pc:sldMkLst>
          <pc:docMk/>
          <pc:sldMk cId="1235491388" sldId="265"/>
        </pc:sldMkLst>
        <pc:spChg chg="mod">
          <ac:chgData name="Người dùng Khách" userId="S::urn:spo:tenantanon#beb8970a-3fe1-44e2-823f-80eaa9e0c260::" providerId="AD" clId="Web-{8D1B424D-8A11-B274-6D6C-18EB52734F06}" dt="2025-11-05T00:24:28.641" v="221" actId="14100"/>
          <ac:spMkLst>
            <pc:docMk/>
            <pc:sldMk cId="1235491388" sldId="265"/>
            <ac:spMk id="3" creationId="{31810BD3-AD1E-1BBB-FDB8-1852707A2ED1}"/>
          </ac:spMkLst>
        </pc:spChg>
        <pc:spChg chg="mod">
          <ac:chgData name="Người dùng Khách" userId="S::urn:spo:tenantanon#beb8970a-3fe1-44e2-823f-80eaa9e0c260::" providerId="AD" clId="Web-{8D1B424D-8A11-B274-6D6C-18EB52734F06}" dt="2025-11-05T01:04:01.609" v="772" actId="20577"/>
          <ac:spMkLst>
            <pc:docMk/>
            <pc:sldMk cId="1235491388" sldId="265"/>
            <ac:spMk id="4" creationId="{48D761FA-B652-3AAE-FD02-9662EFB34476}"/>
          </ac:spMkLst>
        </pc:spChg>
        <pc:spChg chg="mod">
          <ac:chgData name="Người dùng Khách" userId="S::urn:spo:tenantanon#beb8970a-3fe1-44e2-823f-80eaa9e0c260::" providerId="AD" clId="Web-{8D1B424D-8A11-B274-6D6C-18EB52734F06}" dt="2025-11-05T00:25:27.676" v="233" actId="20577"/>
          <ac:spMkLst>
            <pc:docMk/>
            <pc:sldMk cId="1235491388" sldId="265"/>
            <ac:spMk id="5" creationId="{40593DEA-7B0A-36D8-C65F-82026331454E}"/>
          </ac:spMkLst>
        </pc:spChg>
        <pc:spChg chg="mod">
          <ac:chgData name="Người dùng Khách" userId="S::urn:spo:tenantanon#beb8970a-3fe1-44e2-823f-80eaa9e0c260::" providerId="AD" clId="Web-{8D1B424D-8A11-B274-6D6C-18EB52734F06}" dt="2025-11-05T00:26:18.303" v="245" actId="1076"/>
          <ac:spMkLst>
            <pc:docMk/>
            <pc:sldMk cId="1235491388" sldId="265"/>
            <ac:spMk id="11" creationId="{7D34D9F1-A218-91D8-0CB8-78DA4F1543F1}"/>
          </ac:spMkLst>
        </pc:spChg>
      </pc:sldChg>
      <pc:sldChg chg="modSp">
        <pc:chgData name="Người dùng Khách" userId="S::urn:spo:tenantanon#beb8970a-3fe1-44e2-823f-80eaa9e0c260::" providerId="AD" clId="Web-{8D1B424D-8A11-B274-6D6C-18EB52734F06}" dt="2025-11-05T01:04:06.109" v="774" actId="20577"/>
        <pc:sldMkLst>
          <pc:docMk/>
          <pc:sldMk cId="3373665653" sldId="267"/>
        </pc:sldMkLst>
        <pc:spChg chg="mod">
          <ac:chgData name="Người dùng Khách" userId="S::urn:spo:tenantanon#beb8970a-3fe1-44e2-823f-80eaa9e0c260::" providerId="AD" clId="Web-{8D1B424D-8A11-B274-6D6C-18EB52734F06}" dt="2025-11-05T00:26:40.351" v="249" actId="14100"/>
          <ac:spMkLst>
            <pc:docMk/>
            <pc:sldMk cId="3373665653" sldId="267"/>
            <ac:spMk id="3" creationId="{C2347628-2BCC-0615-3919-8151011C6269}"/>
          </ac:spMkLst>
        </pc:spChg>
        <pc:spChg chg="mod">
          <ac:chgData name="Người dùng Khách" userId="S::urn:spo:tenantanon#beb8970a-3fe1-44e2-823f-80eaa9e0c260::" providerId="AD" clId="Web-{8D1B424D-8A11-B274-6D6C-18EB52734F06}" dt="2025-11-05T01:04:06.109" v="774" actId="20577"/>
          <ac:spMkLst>
            <pc:docMk/>
            <pc:sldMk cId="3373665653" sldId="267"/>
            <ac:spMk id="4" creationId="{1ED8B14E-AEE0-BBFD-1BB6-F6C939F44141}"/>
          </ac:spMkLst>
        </pc:spChg>
        <pc:spChg chg="mod">
          <ac:chgData name="Người dùng Khách" userId="S::urn:spo:tenantanon#beb8970a-3fe1-44e2-823f-80eaa9e0c260::" providerId="AD" clId="Web-{8D1B424D-8A11-B274-6D6C-18EB52734F06}" dt="2025-11-05T00:27:57.541" v="268" actId="20577"/>
          <ac:spMkLst>
            <pc:docMk/>
            <pc:sldMk cId="3373665653" sldId="267"/>
            <ac:spMk id="11" creationId="{53C16E54-2721-360C-8558-CDDE76EE1172}"/>
          </ac:spMkLst>
        </pc:spChg>
      </pc:sldChg>
      <pc:sldChg chg="modSp">
        <pc:chgData name="Người dùng Khách" userId="S::urn:spo:tenantanon#beb8970a-3fe1-44e2-823f-80eaa9e0c260::" providerId="AD" clId="Web-{8D1B424D-8A11-B274-6D6C-18EB52734F06}" dt="2025-11-05T01:04:09.906" v="776" actId="20577"/>
        <pc:sldMkLst>
          <pc:docMk/>
          <pc:sldMk cId="205940087" sldId="268"/>
        </pc:sldMkLst>
        <pc:spChg chg="mod">
          <ac:chgData name="Người dùng Khách" userId="S::urn:spo:tenantanon#beb8970a-3fe1-44e2-823f-80eaa9e0c260::" providerId="AD" clId="Web-{8D1B424D-8A11-B274-6D6C-18EB52734F06}" dt="2025-11-05T00:28:19.589" v="271" actId="14100"/>
          <ac:spMkLst>
            <pc:docMk/>
            <pc:sldMk cId="205940087" sldId="268"/>
            <ac:spMk id="3" creationId="{DC26F1AC-349E-C1FC-ED50-2BA8CEAE7C57}"/>
          </ac:spMkLst>
        </pc:spChg>
        <pc:spChg chg="mod">
          <ac:chgData name="Người dùng Khách" userId="S::urn:spo:tenantanon#beb8970a-3fe1-44e2-823f-80eaa9e0c260::" providerId="AD" clId="Web-{8D1B424D-8A11-B274-6D6C-18EB52734F06}" dt="2025-11-05T01:04:09.906" v="776" actId="20577"/>
          <ac:spMkLst>
            <pc:docMk/>
            <pc:sldMk cId="205940087" sldId="268"/>
            <ac:spMk id="4" creationId="{51062121-83A9-9737-25AE-6B43230FB1CC}"/>
          </ac:spMkLst>
        </pc:spChg>
        <pc:spChg chg="mod">
          <ac:chgData name="Người dùng Khách" userId="S::urn:spo:tenantanon#beb8970a-3fe1-44e2-823f-80eaa9e0c260::" providerId="AD" clId="Web-{8D1B424D-8A11-B274-6D6C-18EB52734F06}" dt="2025-11-05T00:29:04.121" v="280" actId="20577"/>
          <ac:spMkLst>
            <pc:docMk/>
            <pc:sldMk cId="205940087" sldId="268"/>
            <ac:spMk id="7" creationId="{8FFA2A9D-698A-E6F3-425D-AF9B538D120F}"/>
          </ac:spMkLst>
        </pc:spChg>
      </pc:sldChg>
      <pc:sldChg chg="modSp">
        <pc:chgData name="Người dùng Khách" userId="S::urn:spo:tenantanon#beb8970a-3fe1-44e2-823f-80eaa9e0c260::" providerId="AD" clId="Web-{8D1B424D-8A11-B274-6D6C-18EB52734F06}" dt="2025-11-05T01:04:15.593" v="778" actId="20577"/>
        <pc:sldMkLst>
          <pc:docMk/>
          <pc:sldMk cId="2921139363" sldId="271"/>
        </pc:sldMkLst>
        <pc:spChg chg="mod">
          <ac:chgData name="Người dùng Khách" userId="S::urn:spo:tenantanon#beb8970a-3fe1-44e2-823f-80eaa9e0c260::" providerId="AD" clId="Web-{8D1B424D-8A11-B274-6D6C-18EB52734F06}" dt="2025-11-05T01:04:15.593" v="778" actId="20577"/>
          <ac:spMkLst>
            <pc:docMk/>
            <pc:sldMk cId="2921139363" sldId="271"/>
            <ac:spMk id="4" creationId="{9B5E1AF5-0B1C-DDDD-8297-61F67B550597}"/>
          </ac:spMkLst>
        </pc:spChg>
      </pc:sldChg>
      <pc:sldChg chg="modSp">
        <pc:chgData name="Người dùng Khách" userId="S::urn:spo:tenantanon#beb8970a-3fe1-44e2-823f-80eaa9e0c260::" providerId="AD" clId="Web-{8D1B424D-8A11-B274-6D6C-18EB52734F06}" dt="2025-11-05T00:32:07.720" v="304" actId="20577"/>
        <pc:sldMkLst>
          <pc:docMk/>
          <pc:sldMk cId="633308912" sldId="272"/>
        </pc:sldMkLst>
        <pc:spChg chg="mod">
          <ac:chgData name="Người dùng Khách" userId="S::urn:spo:tenantanon#beb8970a-3fe1-44e2-823f-80eaa9e0c260::" providerId="AD" clId="Web-{8D1B424D-8A11-B274-6D6C-18EB52734F06}" dt="2025-11-05T00:32:07.720" v="304" actId="20577"/>
          <ac:spMkLst>
            <pc:docMk/>
            <pc:sldMk cId="633308912" sldId="272"/>
            <ac:spMk id="8" creationId="{BFBC3FAE-EDFB-C642-B47E-FFCBD8C76327}"/>
          </ac:spMkLst>
        </pc:spChg>
      </pc:sldChg>
      <pc:sldChg chg="modSp">
        <pc:chgData name="Người dùng Khách" userId="S::urn:spo:tenantanon#beb8970a-3fe1-44e2-823f-80eaa9e0c260::" providerId="AD" clId="Web-{8D1B424D-8A11-B274-6D6C-18EB52734F06}" dt="2025-11-05T01:02:10.996" v="717" actId="20577"/>
        <pc:sldMkLst>
          <pc:docMk/>
          <pc:sldMk cId="2996664252" sldId="273"/>
        </pc:sldMkLst>
        <pc:spChg chg="mod">
          <ac:chgData name="Người dùng Khách" userId="S::urn:spo:tenantanon#beb8970a-3fe1-44e2-823f-80eaa9e0c260::" providerId="AD" clId="Web-{8D1B424D-8A11-B274-6D6C-18EB52734F06}" dt="2025-11-05T00:12:10.847" v="97" actId="14100"/>
          <ac:spMkLst>
            <pc:docMk/>
            <pc:sldMk cId="2996664252" sldId="273"/>
            <ac:spMk id="3" creationId="{E345D10D-3106-66DB-3B25-7E38D7336C95}"/>
          </ac:spMkLst>
        </pc:spChg>
        <pc:spChg chg="mod">
          <ac:chgData name="Người dùng Khách" userId="S::urn:spo:tenantanon#beb8970a-3fe1-44e2-823f-80eaa9e0c260::" providerId="AD" clId="Web-{8D1B424D-8A11-B274-6D6C-18EB52734F06}" dt="2025-11-05T01:02:10.996" v="717" actId="20577"/>
          <ac:spMkLst>
            <pc:docMk/>
            <pc:sldMk cId="2996664252" sldId="273"/>
            <ac:spMk id="4" creationId="{2C05AC50-7CBB-C98E-6713-239D94FBC95F}"/>
          </ac:spMkLst>
        </pc:spChg>
        <pc:spChg chg="mod">
          <ac:chgData name="Người dùng Khách" userId="S::urn:spo:tenantanon#beb8970a-3fe1-44e2-823f-80eaa9e0c260::" providerId="AD" clId="Web-{8D1B424D-8A11-B274-6D6C-18EB52734F06}" dt="2025-11-05T00:16:40.088" v="141" actId="20577"/>
          <ac:spMkLst>
            <pc:docMk/>
            <pc:sldMk cId="2996664252" sldId="273"/>
            <ac:spMk id="12" creationId="{B9DF5937-7E59-BED6-DB07-A4005B8B540F}"/>
          </ac:spMkLst>
        </pc:spChg>
        <pc:spChg chg="mod">
          <ac:chgData name="Người dùng Khách" userId="S::urn:spo:tenantanon#beb8970a-3fe1-44e2-823f-80eaa9e0c260::" providerId="AD" clId="Web-{8D1B424D-8A11-B274-6D6C-18EB52734F06}" dt="2025-11-05T00:13:48.803" v="118" actId="1076"/>
          <ac:spMkLst>
            <pc:docMk/>
            <pc:sldMk cId="2996664252" sldId="273"/>
            <ac:spMk id="13" creationId="{F8618504-C801-2D69-D74C-97BD7FC3103F}"/>
          </ac:spMkLst>
        </pc:spChg>
        <pc:spChg chg="mod">
          <ac:chgData name="Người dùng Khách" userId="S::urn:spo:tenantanon#beb8970a-3fe1-44e2-823f-80eaa9e0c260::" providerId="AD" clId="Web-{8D1B424D-8A11-B274-6D6C-18EB52734F06}" dt="2025-11-05T00:14:44.101" v="123" actId="1076"/>
          <ac:spMkLst>
            <pc:docMk/>
            <pc:sldMk cId="2996664252" sldId="273"/>
            <ac:spMk id="14" creationId="{170BA88A-7D7B-6F66-E069-526CEBC5E9FD}"/>
          </ac:spMkLst>
        </pc:spChg>
        <pc:spChg chg="mod">
          <ac:chgData name="Người dùng Khách" userId="S::urn:spo:tenantanon#beb8970a-3fe1-44e2-823f-80eaa9e0c260::" providerId="AD" clId="Web-{8D1B424D-8A11-B274-6D6C-18EB52734F06}" dt="2025-11-05T00:15:18.274" v="128" actId="20577"/>
          <ac:spMkLst>
            <pc:docMk/>
            <pc:sldMk cId="2996664252" sldId="273"/>
            <ac:spMk id="15" creationId="{31785557-4932-4CEA-695A-1AB383EC91AE}"/>
          </ac:spMkLst>
        </pc:spChg>
        <pc:spChg chg="mod">
          <ac:chgData name="Người dùng Khách" userId="S::urn:spo:tenantanon#beb8970a-3fe1-44e2-823f-80eaa9e0c260::" providerId="AD" clId="Web-{8D1B424D-8A11-B274-6D6C-18EB52734F06}" dt="2025-11-05T00:15:45.587" v="132" actId="20577"/>
          <ac:spMkLst>
            <pc:docMk/>
            <pc:sldMk cId="2996664252" sldId="273"/>
            <ac:spMk id="16" creationId="{BCBB7145-3B2D-97FC-77D5-AED14D43C476}"/>
          </ac:spMkLst>
        </pc:spChg>
      </pc:sldChg>
      <pc:sldChg chg="modSp">
        <pc:chgData name="Người dùng Khách" userId="S::urn:spo:tenantanon#beb8970a-3fe1-44e2-823f-80eaa9e0c260::" providerId="AD" clId="Web-{8D1B424D-8A11-B274-6D6C-18EB52734F06}" dt="2025-11-05T01:03:18.295" v="757" actId="20577"/>
        <pc:sldMkLst>
          <pc:docMk/>
          <pc:sldMk cId="2361316490" sldId="274"/>
        </pc:sldMkLst>
        <pc:spChg chg="mod">
          <ac:chgData name="Người dùng Khách" userId="S::urn:spo:tenantanon#beb8970a-3fe1-44e2-823f-80eaa9e0c260::" providerId="AD" clId="Web-{8D1B424D-8A11-B274-6D6C-18EB52734F06}" dt="2025-11-05T01:03:18.295" v="757" actId="20577"/>
          <ac:spMkLst>
            <pc:docMk/>
            <pc:sldMk cId="2361316490" sldId="274"/>
            <ac:spMk id="5" creationId="{05516020-4090-5A4F-8A29-DBCC533813CA}"/>
          </ac:spMkLst>
        </pc:spChg>
      </pc:sldChg>
      <pc:sldChg chg="modSp">
        <pc:chgData name="Người dùng Khách" userId="S::urn:spo:tenantanon#beb8970a-3fe1-44e2-823f-80eaa9e0c260::" providerId="AD" clId="Web-{8D1B424D-8A11-B274-6D6C-18EB52734F06}" dt="2025-11-05T00:36:40.420" v="377" actId="20577"/>
        <pc:sldMkLst>
          <pc:docMk/>
          <pc:sldMk cId="2458993530" sldId="275"/>
        </pc:sldMkLst>
        <pc:spChg chg="mod">
          <ac:chgData name="Người dùng Khách" userId="S::urn:spo:tenantanon#beb8970a-3fe1-44e2-823f-80eaa9e0c260::" providerId="AD" clId="Web-{8D1B424D-8A11-B274-6D6C-18EB52734F06}" dt="2025-11-05T00:33:13.127" v="311" actId="20577"/>
          <ac:spMkLst>
            <pc:docMk/>
            <pc:sldMk cId="2458993530" sldId="275"/>
            <ac:spMk id="4" creationId="{39C47E38-B24C-CFBF-0154-F38362C566C9}"/>
          </ac:spMkLst>
        </pc:spChg>
        <pc:spChg chg="mod">
          <ac:chgData name="Người dùng Khách" userId="S::urn:spo:tenantanon#beb8970a-3fe1-44e2-823f-80eaa9e0c260::" providerId="AD" clId="Web-{8D1B424D-8A11-B274-6D6C-18EB52734F06}" dt="2025-11-05T00:33:43.644" v="325" actId="20577"/>
          <ac:spMkLst>
            <pc:docMk/>
            <pc:sldMk cId="2458993530" sldId="275"/>
            <ac:spMk id="15" creationId="{78AD2969-6EC4-5FE8-30A0-8A46646EC5B4}"/>
          </ac:spMkLst>
        </pc:spChg>
        <pc:spChg chg="mod">
          <ac:chgData name="Người dùng Khách" userId="S::urn:spo:tenantanon#beb8970a-3fe1-44e2-823f-80eaa9e0c260::" providerId="AD" clId="Web-{8D1B424D-8A11-B274-6D6C-18EB52734F06}" dt="2025-11-05T00:35:19.927" v="367" actId="20577"/>
          <ac:spMkLst>
            <pc:docMk/>
            <pc:sldMk cId="2458993530" sldId="275"/>
            <ac:spMk id="33" creationId="{4818A9A6-8109-328E-07C3-D29EEC6ADA58}"/>
          </ac:spMkLst>
        </pc:spChg>
        <pc:spChg chg="mod">
          <ac:chgData name="Người dùng Khách" userId="S::urn:spo:tenantanon#beb8970a-3fe1-44e2-823f-80eaa9e0c260::" providerId="AD" clId="Web-{8D1B424D-8A11-B274-6D6C-18EB52734F06}" dt="2025-11-05T00:35:57.320" v="373" actId="20577"/>
          <ac:spMkLst>
            <pc:docMk/>
            <pc:sldMk cId="2458993530" sldId="275"/>
            <ac:spMk id="35" creationId="{55A40B14-A8A3-1CDF-6A42-F57745E3C0B6}"/>
          </ac:spMkLst>
        </pc:spChg>
        <pc:spChg chg="mod">
          <ac:chgData name="Người dùng Khách" userId="S::urn:spo:tenantanon#beb8970a-3fe1-44e2-823f-80eaa9e0c260::" providerId="AD" clId="Web-{8D1B424D-8A11-B274-6D6C-18EB52734F06}" dt="2025-11-05T00:36:21.902" v="375" actId="20577"/>
          <ac:spMkLst>
            <pc:docMk/>
            <pc:sldMk cId="2458993530" sldId="275"/>
            <ac:spMk id="38" creationId="{73A429E0-EA35-7FC9-3B28-923D34162DC0}"/>
          </ac:spMkLst>
        </pc:spChg>
        <pc:spChg chg="mod">
          <ac:chgData name="Người dùng Khách" userId="S::urn:spo:tenantanon#beb8970a-3fe1-44e2-823f-80eaa9e0c260::" providerId="AD" clId="Web-{8D1B424D-8A11-B274-6D6C-18EB52734F06}" dt="2025-11-05T00:33:53.800" v="339" actId="20577"/>
          <ac:spMkLst>
            <pc:docMk/>
            <pc:sldMk cId="2458993530" sldId="275"/>
            <ac:spMk id="41" creationId="{EF6FA1CB-3156-549C-EB04-F76D24372302}"/>
          </ac:spMkLst>
        </pc:spChg>
        <pc:spChg chg="mod">
          <ac:chgData name="Người dùng Khách" userId="S::urn:spo:tenantanon#beb8970a-3fe1-44e2-823f-80eaa9e0c260::" providerId="AD" clId="Web-{8D1B424D-8A11-B274-6D6C-18EB52734F06}" dt="2025-11-05T00:34:22.754" v="359" actId="20577"/>
          <ac:spMkLst>
            <pc:docMk/>
            <pc:sldMk cId="2458993530" sldId="275"/>
            <ac:spMk id="42" creationId="{A2C23A44-6B86-0160-B9FF-959183B5DC82}"/>
          </ac:spMkLst>
        </pc:spChg>
        <pc:spChg chg="mod">
          <ac:chgData name="Người dùng Khách" userId="S::urn:spo:tenantanon#beb8970a-3fe1-44e2-823f-80eaa9e0c260::" providerId="AD" clId="Web-{8D1B424D-8A11-B274-6D6C-18EB52734F06}" dt="2025-11-05T00:36:40.420" v="377" actId="20577"/>
          <ac:spMkLst>
            <pc:docMk/>
            <pc:sldMk cId="2458993530" sldId="275"/>
            <ac:spMk id="48" creationId="{AFF652FB-D210-B116-7DF1-D506E862C746}"/>
          </ac:spMkLst>
        </pc:spChg>
      </pc:sldChg>
      <pc:sldChg chg="modSp">
        <pc:chgData name="Người dùng Khách" userId="S::urn:spo:tenantanon#beb8970a-3fe1-44e2-823f-80eaa9e0c260::" providerId="AD" clId="Web-{8D1B424D-8A11-B274-6D6C-18EB52734F06}" dt="2025-11-05T00:43:59.235" v="498" actId="20577"/>
        <pc:sldMkLst>
          <pc:docMk/>
          <pc:sldMk cId="1692450546" sldId="276"/>
        </pc:sldMkLst>
        <pc:spChg chg="mod">
          <ac:chgData name="Người dùng Khách" userId="S::urn:spo:tenantanon#beb8970a-3fe1-44e2-823f-80eaa9e0c260::" providerId="AD" clId="Web-{8D1B424D-8A11-B274-6D6C-18EB52734F06}" dt="2025-11-05T00:38:08.306" v="388" actId="20577"/>
          <ac:spMkLst>
            <pc:docMk/>
            <pc:sldMk cId="1692450546" sldId="276"/>
            <ac:spMk id="4" creationId="{B9C76DA8-A844-0F5B-C9EC-20788A6225DB}"/>
          </ac:spMkLst>
        </pc:spChg>
        <pc:spChg chg="mod">
          <ac:chgData name="Người dùng Khách" userId="S::urn:spo:tenantanon#beb8970a-3fe1-44e2-823f-80eaa9e0c260::" providerId="AD" clId="Web-{8D1B424D-8A11-B274-6D6C-18EB52734F06}" dt="2025-11-05T00:39:56.159" v="438" actId="1076"/>
          <ac:spMkLst>
            <pc:docMk/>
            <pc:sldMk cId="1692450546" sldId="276"/>
            <ac:spMk id="5" creationId="{2037F826-BBA2-EC0E-CD14-928AC9499C13}"/>
          </ac:spMkLst>
        </pc:spChg>
        <pc:spChg chg="mod">
          <ac:chgData name="Người dùng Khách" userId="S::urn:spo:tenantanon#beb8970a-3fe1-44e2-823f-80eaa9e0c260::" providerId="AD" clId="Web-{8D1B424D-8A11-B274-6D6C-18EB52734F06}" dt="2025-11-05T00:41:31.275" v="459" actId="14100"/>
          <ac:spMkLst>
            <pc:docMk/>
            <pc:sldMk cId="1692450546" sldId="276"/>
            <ac:spMk id="6" creationId="{CF85B03F-80EB-A72D-31EC-8EE1DAA0B308}"/>
          </ac:spMkLst>
        </pc:spChg>
        <pc:spChg chg="mod">
          <ac:chgData name="Người dùng Khách" userId="S::urn:spo:tenantanon#beb8970a-3fe1-44e2-823f-80eaa9e0c260::" providerId="AD" clId="Web-{8D1B424D-8A11-B274-6D6C-18EB52734F06}" dt="2025-11-05T00:40:15.395" v="445" actId="1076"/>
          <ac:spMkLst>
            <pc:docMk/>
            <pc:sldMk cId="1692450546" sldId="276"/>
            <ac:spMk id="27" creationId="{1AF19AB1-24A6-85DD-184B-5775FE962C4E}"/>
          </ac:spMkLst>
        </pc:spChg>
        <pc:spChg chg="mod">
          <ac:chgData name="Người dùng Khách" userId="S::urn:spo:tenantanon#beb8970a-3fe1-44e2-823f-80eaa9e0c260::" providerId="AD" clId="Web-{8D1B424D-8A11-B274-6D6C-18EB52734F06}" dt="2025-11-05T00:41:24.696" v="458" actId="14100"/>
          <ac:spMkLst>
            <pc:docMk/>
            <pc:sldMk cId="1692450546" sldId="276"/>
            <ac:spMk id="30" creationId="{B2BA3F6F-F37D-24CA-C8AB-D997205CEEEE}"/>
          </ac:spMkLst>
        </pc:spChg>
        <pc:spChg chg="mod">
          <ac:chgData name="Người dùng Khách" userId="S::urn:spo:tenantanon#beb8970a-3fe1-44e2-823f-80eaa9e0c260::" providerId="AD" clId="Web-{8D1B424D-8A11-B274-6D6C-18EB52734F06}" dt="2025-11-05T00:43:19.499" v="495" actId="20577"/>
          <ac:spMkLst>
            <pc:docMk/>
            <pc:sldMk cId="1692450546" sldId="276"/>
            <ac:spMk id="34" creationId="{9B8D711F-D958-F6D7-EEA1-D0B18A83BEF3}"/>
          </ac:spMkLst>
        </pc:spChg>
        <pc:spChg chg="mod">
          <ac:chgData name="Người dùng Khách" userId="S::urn:spo:tenantanon#beb8970a-3fe1-44e2-823f-80eaa9e0c260::" providerId="AD" clId="Web-{8D1B424D-8A11-B274-6D6C-18EB52734F06}" dt="2025-11-05T00:43:59.235" v="498" actId="20577"/>
          <ac:spMkLst>
            <pc:docMk/>
            <pc:sldMk cId="1692450546" sldId="276"/>
            <ac:spMk id="36" creationId="{264DA7F1-19DB-6658-C741-2ED6880C0F36}"/>
          </ac:spMkLst>
        </pc:spChg>
        <pc:spChg chg="mod">
          <ac:chgData name="Người dùng Khách" userId="S::urn:spo:tenantanon#beb8970a-3fe1-44e2-823f-80eaa9e0c260::" providerId="AD" clId="Web-{8D1B424D-8A11-B274-6D6C-18EB52734F06}" dt="2025-11-05T00:39:25.547" v="433" actId="20577"/>
          <ac:spMkLst>
            <pc:docMk/>
            <pc:sldMk cId="1692450546" sldId="276"/>
            <ac:spMk id="37" creationId="{523CFCB9-441C-7BC9-918C-ACF03DED41D3}"/>
          </ac:spMkLst>
        </pc:spChg>
      </pc:sldChg>
      <pc:sldChg chg="modSp">
        <pc:chgData name="Người dùng Khách" userId="S::urn:spo:tenantanon#beb8970a-3fe1-44e2-823f-80eaa9e0c260::" providerId="AD" clId="Web-{8D1B424D-8A11-B274-6D6C-18EB52734F06}" dt="2025-11-05T00:47:56.430" v="543" actId="20577"/>
        <pc:sldMkLst>
          <pc:docMk/>
          <pc:sldMk cId="3806161118" sldId="277"/>
        </pc:sldMkLst>
        <pc:spChg chg="mod">
          <ac:chgData name="Người dùng Khách" userId="S::urn:spo:tenantanon#beb8970a-3fe1-44e2-823f-80eaa9e0c260::" providerId="AD" clId="Web-{8D1B424D-8A11-B274-6D6C-18EB52734F06}" dt="2025-11-05T00:45:21.910" v="516" actId="20577"/>
          <ac:spMkLst>
            <pc:docMk/>
            <pc:sldMk cId="3806161118" sldId="277"/>
            <ac:spMk id="4" creationId="{E6FEA61B-F352-CC90-9C09-330671BA5B72}"/>
          </ac:spMkLst>
        </pc:spChg>
        <pc:spChg chg="mod">
          <ac:chgData name="Người dùng Khách" userId="S::urn:spo:tenantanon#beb8970a-3fe1-44e2-823f-80eaa9e0c260::" providerId="AD" clId="Web-{8D1B424D-8A11-B274-6D6C-18EB52734F06}" dt="2025-11-05T00:47:56.430" v="543" actId="20577"/>
          <ac:spMkLst>
            <pc:docMk/>
            <pc:sldMk cId="3806161118" sldId="277"/>
            <ac:spMk id="5" creationId="{174AF74A-DD98-F388-CCD8-A0861E2E29F4}"/>
          </ac:spMkLst>
        </pc:spChg>
      </pc:sldChg>
      <pc:sldChg chg="modSp">
        <pc:chgData name="Người dùng Khách" userId="S::urn:spo:tenantanon#beb8970a-3fe1-44e2-823f-80eaa9e0c260::" providerId="AD" clId="Web-{8D1B424D-8A11-B274-6D6C-18EB52734F06}" dt="2025-11-05T00:52:15.795" v="586" actId="20577"/>
        <pc:sldMkLst>
          <pc:docMk/>
          <pc:sldMk cId="251852098" sldId="278"/>
        </pc:sldMkLst>
        <pc:spChg chg="mod">
          <ac:chgData name="Người dùng Khách" userId="S::urn:spo:tenantanon#beb8970a-3fe1-44e2-823f-80eaa9e0c260::" providerId="AD" clId="Web-{8D1B424D-8A11-B274-6D6C-18EB52734F06}" dt="2025-11-05T00:51:59.857" v="584" actId="20577"/>
          <ac:spMkLst>
            <pc:docMk/>
            <pc:sldMk cId="251852098" sldId="278"/>
            <ac:spMk id="4" creationId="{86ACBCF0-7E8D-A7F3-7631-C323F77BFFDB}"/>
          </ac:spMkLst>
        </pc:spChg>
        <pc:spChg chg="mod">
          <ac:chgData name="Người dùng Khách" userId="S::urn:spo:tenantanon#beb8970a-3fe1-44e2-823f-80eaa9e0c260::" providerId="AD" clId="Web-{8D1B424D-8A11-B274-6D6C-18EB52734F06}" dt="2025-11-05T00:52:15.795" v="586" actId="20577"/>
          <ac:spMkLst>
            <pc:docMk/>
            <pc:sldMk cId="251852098" sldId="278"/>
            <ac:spMk id="5" creationId="{7B457C3A-7CCD-B70D-DA02-2CD0F8839C85}"/>
          </ac:spMkLst>
        </pc:spChg>
      </pc:sldChg>
      <pc:sldChg chg="modSp">
        <pc:chgData name="Người dùng Khách" userId="S::urn:spo:tenantanon#beb8970a-3fe1-44e2-823f-80eaa9e0c260::" providerId="AD" clId="Web-{8D1B424D-8A11-B274-6D6C-18EB52734F06}" dt="2025-11-05T00:50:55.199" v="577" actId="20577"/>
        <pc:sldMkLst>
          <pc:docMk/>
          <pc:sldMk cId="1422948972" sldId="279"/>
        </pc:sldMkLst>
        <pc:spChg chg="mod">
          <ac:chgData name="Người dùng Khách" userId="S::urn:spo:tenantanon#beb8970a-3fe1-44e2-823f-80eaa9e0c260::" providerId="AD" clId="Web-{8D1B424D-8A11-B274-6D6C-18EB52734F06}" dt="2025-11-05T00:50:55.199" v="577" actId="20577"/>
          <ac:spMkLst>
            <pc:docMk/>
            <pc:sldMk cId="1422948972" sldId="279"/>
            <ac:spMk id="4" creationId="{5B4F0DEC-54BC-A933-0A14-404399C1C070}"/>
          </ac:spMkLst>
        </pc:spChg>
        <pc:spChg chg="mod">
          <ac:chgData name="Người dùng Khách" userId="S::urn:spo:tenantanon#beb8970a-3fe1-44e2-823f-80eaa9e0c260::" providerId="AD" clId="Web-{8D1B424D-8A11-B274-6D6C-18EB52734F06}" dt="2025-11-05T00:50:25.464" v="572" actId="1076"/>
          <ac:spMkLst>
            <pc:docMk/>
            <pc:sldMk cId="1422948972" sldId="279"/>
            <ac:spMk id="15" creationId="{03350E32-575B-D519-1EBA-29CFBBA9278E}"/>
          </ac:spMkLst>
        </pc:spChg>
        <pc:spChg chg="mod">
          <ac:chgData name="Người dùng Khách" userId="S::urn:spo:tenantanon#beb8970a-3fe1-44e2-823f-80eaa9e0c260::" providerId="AD" clId="Web-{8D1B424D-8A11-B274-6D6C-18EB52734F06}" dt="2025-11-05T00:50:28.980" v="574" actId="20577"/>
          <ac:spMkLst>
            <pc:docMk/>
            <pc:sldMk cId="1422948972" sldId="279"/>
            <ac:spMk id="16" creationId="{0AD8BE91-869D-C37B-8B70-FFB732B8CC00}"/>
          </ac:spMkLst>
        </pc:spChg>
      </pc:sldChg>
      <pc:sldChg chg="modSp">
        <pc:chgData name="Người dùng Khách" userId="S::urn:spo:tenantanon#beb8970a-3fe1-44e2-823f-80eaa9e0c260::" providerId="AD" clId="Web-{8D1B424D-8A11-B274-6D6C-18EB52734F06}" dt="2025-11-05T00:55:08.970" v="613" actId="1076"/>
        <pc:sldMkLst>
          <pc:docMk/>
          <pc:sldMk cId="3838968665" sldId="280"/>
        </pc:sldMkLst>
        <pc:spChg chg="mod">
          <ac:chgData name="Người dùng Khách" userId="S::urn:spo:tenantanon#beb8970a-3fe1-44e2-823f-80eaa9e0c260::" providerId="AD" clId="Web-{8D1B424D-8A11-B274-6D6C-18EB52734F06}" dt="2025-11-05T00:54:07.932" v="605" actId="20577"/>
          <ac:spMkLst>
            <pc:docMk/>
            <pc:sldMk cId="3838968665" sldId="280"/>
            <ac:spMk id="4" creationId="{D57F3B3C-EB18-7A53-86FC-0BA9E15C1ACB}"/>
          </ac:spMkLst>
        </pc:spChg>
        <pc:spChg chg="mod">
          <ac:chgData name="Người dùng Khách" userId="S::urn:spo:tenantanon#beb8970a-3fe1-44e2-823f-80eaa9e0c260::" providerId="AD" clId="Web-{8D1B424D-8A11-B274-6D6C-18EB52734F06}" dt="2025-11-05T00:55:08.970" v="613" actId="1076"/>
          <ac:spMkLst>
            <pc:docMk/>
            <pc:sldMk cId="3838968665" sldId="280"/>
            <ac:spMk id="8" creationId="{BA5C93A7-FE74-F0C6-CFBE-FA310CE85BE7}"/>
          </ac:spMkLst>
        </pc:spChg>
      </pc:sldChg>
      <pc:sldChg chg="modSp">
        <pc:chgData name="Người dùng Khách" userId="S::urn:spo:tenantanon#beb8970a-3fe1-44e2-823f-80eaa9e0c260::" providerId="AD" clId="Web-{8D1B424D-8A11-B274-6D6C-18EB52734F06}" dt="2025-11-05T00:56:32.806" v="623" actId="20577"/>
        <pc:sldMkLst>
          <pc:docMk/>
          <pc:sldMk cId="3713573749" sldId="281"/>
        </pc:sldMkLst>
        <pc:spChg chg="mod">
          <ac:chgData name="Người dùng Khách" userId="S::urn:spo:tenantanon#beb8970a-3fe1-44e2-823f-80eaa9e0c260::" providerId="AD" clId="Web-{8D1B424D-8A11-B274-6D6C-18EB52734F06}" dt="2025-11-05T00:56:32.806" v="623" actId="20577"/>
          <ac:spMkLst>
            <pc:docMk/>
            <pc:sldMk cId="3713573749" sldId="281"/>
            <ac:spMk id="4" creationId="{497BF8E3-41EA-EBD9-AF0A-EA5CB5F8D0EB}"/>
          </ac:spMkLst>
        </pc:spChg>
      </pc:sldChg>
      <pc:sldChg chg="modSp">
        <pc:chgData name="Người dùng Khách" userId="S::urn:spo:tenantanon#beb8970a-3fe1-44e2-823f-80eaa9e0c260::" providerId="AD" clId="Web-{8D1B424D-8A11-B274-6D6C-18EB52734F06}" dt="2025-11-05T00:59:56.412" v="654" actId="14100"/>
        <pc:sldMkLst>
          <pc:docMk/>
          <pc:sldMk cId="1370318831" sldId="282"/>
        </pc:sldMkLst>
        <pc:spChg chg="mod">
          <ac:chgData name="Người dùng Khách" userId="S::urn:spo:tenantanon#beb8970a-3fe1-44e2-823f-80eaa9e0c260::" providerId="AD" clId="Web-{8D1B424D-8A11-B274-6D6C-18EB52734F06}" dt="2025-11-05T00:57:31.935" v="631" actId="20577"/>
          <ac:spMkLst>
            <pc:docMk/>
            <pc:sldMk cId="1370318831" sldId="282"/>
            <ac:spMk id="4" creationId="{492E131B-C086-8BD4-7709-124AB13868A1}"/>
          </ac:spMkLst>
        </pc:spChg>
        <pc:spChg chg="mod">
          <ac:chgData name="Người dùng Khách" userId="S::urn:spo:tenantanon#beb8970a-3fe1-44e2-823f-80eaa9e0c260::" providerId="AD" clId="Web-{8D1B424D-8A11-B274-6D6C-18EB52734F06}" dt="2025-11-05T00:59:56.412" v="654" actId="14100"/>
          <ac:spMkLst>
            <pc:docMk/>
            <pc:sldMk cId="1370318831" sldId="282"/>
            <ac:spMk id="35" creationId="{E3FED29E-7807-F5E5-4901-E60869F1A622}"/>
          </ac:spMkLst>
        </pc:spChg>
      </pc:sldChg>
      <pc:sldChg chg="modSp">
        <pc:chgData name="Người dùng Khách" userId="S::urn:spo:tenantanon#beb8970a-3fe1-44e2-823f-80eaa9e0c260::" providerId="AD" clId="Web-{8D1B424D-8A11-B274-6D6C-18EB52734F06}" dt="2025-11-05T01:00:38.680" v="667" actId="20577"/>
        <pc:sldMkLst>
          <pc:docMk/>
          <pc:sldMk cId="1114372865" sldId="283"/>
        </pc:sldMkLst>
        <pc:spChg chg="mod">
          <ac:chgData name="Người dùng Khách" userId="S::urn:spo:tenantanon#beb8970a-3fe1-44e2-823f-80eaa9e0c260::" providerId="AD" clId="Web-{8D1B424D-8A11-B274-6D6C-18EB52734F06}" dt="2025-11-05T01:00:38.680" v="667" actId="20577"/>
          <ac:spMkLst>
            <pc:docMk/>
            <pc:sldMk cId="1114372865" sldId="283"/>
            <ac:spMk id="3" creationId="{9D97CF1E-F3EB-EFAB-A004-05AC23193C62}"/>
          </ac:spMkLst>
        </pc:spChg>
      </pc:sldChg>
      <pc:sldChg chg="modSp">
        <pc:chgData name="Người dùng Khách" userId="S::urn:spo:tenantanon#beb8970a-3fe1-44e2-823f-80eaa9e0c260::" providerId="AD" clId="Web-{8D1B424D-8A11-B274-6D6C-18EB52734F06}" dt="2025-11-05T01:01:05.697" v="680" actId="20577"/>
        <pc:sldMkLst>
          <pc:docMk/>
          <pc:sldMk cId="3943299247" sldId="284"/>
        </pc:sldMkLst>
        <pc:spChg chg="mod">
          <ac:chgData name="Người dùng Khách" userId="S::urn:spo:tenantanon#beb8970a-3fe1-44e2-823f-80eaa9e0c260::" providerId="AD" clId="Web-{8D1B424D-8A11-B274-6D6C-18EB52734F06}" dt="2025-11-05T01:01:05.697" v="680" actId="20577"/>
          <ac:spMkLst>
            <pc:docMk/>
            <pc:sldMk cId="3943299247" sldId="284"/>
            <ac:spMk id="3" creationId="{CCCF0CF3-D4F4-9F77-E5AB-0315837FF63A}"/>
          </ac:spMkLst>
        </pc:spChg>
        <pc:spChg chg="mod">
          <ac:chgData name="Người dùng Khách" userId="S::urn:spo:tenantanon#beb8970a-3fe1-44e2-823f-80eaa9e0c260::" providerId="AD" clId="Web-{8D1B424D-8A11-B274-6D6C-18EB52734F06}" dt="2025-11-05T01:00:58.149" v="669" actId="20577"/>
          <ac:spMkLst>
            <pc:docMk/>
            <pc:sldMk cId="3943299247" sldId="284"/>
            <ac:spMk id="4" creationId="{E4D3946B-834A-E300-F736-C532E2ED7E74}"/>
          </ac:spMkLst>
        </pc:spChg>
      </pc:sldChg>
      <pc:sldChg chg="modSp">
        <pc:chgData name="Người dùng Khách" userId="S::urn:spo:tenantanon#beb8970a-3fe1-44e2-823f-80eaa9e0c260::" providerId="AD" clId="Web-{8D1B424D-8A11-B274-6D6C-18EB52734F06}" dt="2025-11-05T00:49:21.510" v="564" actId="20577"/>
        <pc:sldMkLst>
          <pc:docMk/>
          <pc:sldMk cId="309934168" sldId="285"/>
        </pc:sldMkLst>
        <pc:spChg chg="mod">
          <ac:chgData name="Người dùng Khách" userId="S::urn:spo:tenantanon#beb8970a-3fe1-44e2-823f-80eaa9e0c260::" providerId="AD" clId="Web-{8D1B424D-8A11-B274-6D6C-18EB52734F06}" dt="2025-11-05T00:48:24.930" v="549" actId="20577"/>
          <ac:spMkLst>
            <pc:docMk/>
            <pc:sldMk cId="309934168" sldId="285"/>
            <ac:spMk id="4" creationId="{0F450891-15FF-7995-E3EB-6F6F87482A76}"/>
          </ac:spMkLst>
        </pc:spChg>
        <pc:spChg chg="mod">
          <ac:chgData name="Người dùng Khách" userId="S::urn:spo:tenantanon#beb8970a-3fe1-44e2-823f-80eaa9e0c260::" providerId="AD" clId="Web-{8D1B424D-8A11-B274-6D6C-18EB52734F06}" dt="2025-11-05T00:49:02.619" v="561" actId="20577"/>
          <ac:spMkLst>
            <pc:docMk/>
            <pc:sldMk cId="309934168" sldId="285"/>
            <ac:spMk id="5" creationId="{1B0BEF54-64C7-9435-AA12-5C19F3D0FB21}"/>
          </ac:spMkLst>
        </pc:spChg>
        <pc:spChg chg="mod">
          <ac:chgData name="Người dùng Khách" userId="S::urn:spo:tenantanon#beb8970a-3fe1-44e2-823f-80eaa9e0c260::" providerId="AD" clId="Web-{8D1B424D-8A11-B274-6D6C-18EB52734F06}" dt="2025-11-05T00:49:21.510" v="564" actId="20577"/>
          <ac:spMkLst>
            <pc:docMk/>
            <pc:sldMk cId="309934168" sldId="285"/>
            <ac:spMk id="6" creationId="{A8622D03-9E76-5957-3AA4-DE24520C654B}"/>
          </ac:spMkLst>
        </pc:spChg>
        <pc:cxnChg chg="mod">
          <ac:chgData name="Người dùng Khách" userId="S::urn:spo:tenantanon#beb8970a-3fe1-44e2-823f-80eaa9e0c260::" providerId="AD" clId="Web-{8D1B424D-8A11-B274-6D6C-18EB52734F06}" dt="2025-11-05T00:48:57.697" v="559" actId="14100"/>
          <ac:cxnSpMkLst>
            <pc:docMk/>
            <pc:sldMk cId="309934168" sldId="285"/>
            <ac:cxnSpMk id="8" creationId="{01313977-72C0-78F3-4A3E-AF910E31EB3B}"/>
          </ac:cxnSpMkLst>
        </pc:cxnChg>
      </pc:sldChg>
      <pc:sldChg chg="modSp">
        <pc:chgData name="Người dùng Khách" userId="S::urn:spo:tenantanon#beb8970a-3fe1-44e2-823f-80eaa9e0c260::" providerId="AD" clId="Web-{8D1B424D-8A11-B274-6D6C-18EB52734F06}" dt="2025-11-05T00:52:48.827" v="590" actId="20577"/>
        <pc:sldMkLst>
          <pc:docMk/>
          <pc:sldMk cId="2059981924" sldId="286"/>
        </pc:sldMkLst>
        <pc:spChg chg="mod">
          <ac:chgData name="Người dùng Khách" userId="S::urn:spo:tenantanon#beb8970a-3fe1-44e2-823f-80eaa9e0c260::" providerId="AD" clId="Web-{8D1B424D-8A11-B274-6D6C-18EB52734F06}" dt="2025-11-05T00:52:48.827" v="590" actId="20577"/>
          <ac:spMkLst>
            <pc:docMk/>
            <pc:sldMk cId="2059981924" sldId="286"/>
            <ac:spMk id="4" creationId="{F5D39051-93F1-57A7-C0BE-87C17B838FC6}"/>
          </ac:spMkLst>
        </pc:spChg>
      </pc:sldChg>
      <pc:sldChg chg="modSp">
        <pc:chgData name="Người dùng Khách" userId="S::urn:spo:tenantanon#beb8970a-3fe1-44e2-823f-80eaa9e0c260::" providerId="AD" clId="Web-{8D1B424D-8A11-B274-6D6C-18EB52734F06}" dt="2025-11-05T00:48:18.008" v="546" actId="20577"/>
        <pc:sldMkLst>
          <pc:docMk/>
          <pc:sldMk cId="1421937386" sldId="287"/>
        </pc:sldMkLst>
        <pc:spChg chg="mod">
          <ac:chgData name="Người dùng Khách" userId="S::urn:spo:tenantanon#beb8970a-3fe1-44e2-823f-80eaa9e0c260::" providerId="AD" clId="Web-{8D1B424D-8A11-B274-6D6C-18EB52734F06}" dt="2025-11-05T00:48:18.008" v="546" actId="20577"/>
          <ac:spMkLst>
            <pc:docMk/>
            <pc:sldMk cId="1421937386" sldId="287"/>
            <ac:spMk id="4" creationId="{33A373C6-9DA7-2B7E-294C-564B104C655E}"/>
          </ac:spMkLst>
        </pc:spChg>
      </pc:sldChg>
      <pc:sldChg chg="modSp">
        <pc:chgData name="Người dùng Khách" userId="S::urn:spo:tenantanon#beb8970a-3fe1-44e2-823f-80eaa9e0c260::" providerId="AD" clId="Web-{8D1B424D-8A11-B274-6D6C-18EB52734F06}" dt="2025-11-05T01:01:24.025" v="682" actId="20577"/>
        <pc:sldMkLst>
          <pc:docMk/>
          <pc:sldMk cId="2666805792"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6021DB-C3D3-49F6-BAE1-12787DBCF7F8}"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8EE0EF-E245-45E0-873A-7BF65C2A9B6B}" type="slidenum">
              <a:rPr lang="en-US" smtClean="0"/>
              <a:t>‹#›</a:t>
            </a:fld>
            <a:endParaRPr lang="en-US"/>
          </a:p>
        </p:txBody>
      </p:sp>
    </p:spTree>
    <p:extLst>
      <p:ext uri="{BB962C8B-B14F-4D97-AF65-F5344CB8AC3E}">
        <p14:creationId xmlns:p14="http://schemas.microsoft.com/office/powerpoint/2010/main" val="1616141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Step 1 -&gt; HQ</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Step 2 -&gt; HQ, AM, SL(G3,G2,Si)???</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dirty="0">
                <a:solidFill>
                  <a:srgbClr val="C00000"/>
                </a:solidFill>
              </a:rPr>
              <a:t>muốn tạo ra </a:t>
            </a:r>
            <a:r>
              <a:rPr lang="vi-VN" sz="1200" b="1" dirty="0" err="1">
                <a:solidFill>
                  <a:srgbClr val="C00000"/>
                </a:solidFill>
              </a:rPr>
              <a:t>manhour</a:t>
            </a:r>
            <a:r>
              <a:rPr lang="vi-VN" sz="1200" b="1" dirty="0">
                <a:solidFill>
                  <a:srgbClr val="C00000"/>
                </a:solidFill>
              </a:rPr>
              <a:t> đề xuất cho mỗi cửa hàng lúc xếp </a:t>
            </a:r>
            <a:r>
              <a:rPr lang="en-US" sz="1200" b="1" dirty="0">
                <a:solidFill>
                  <a:srgbClr val="C00000"/>
                </a:solidFill>
              </a:rPr>
              <a:t>model</a:t>
            </a:r>
            <a:r>
              <a:rPr lang="vi-VN" sz="1200" b="1" dirty="0">
                <a:solidFill>
                  <a:srgbClr val="C00000"/>
                </a:solidFill>
              </a:rPr>
              <a:t> thì cần nhập tay số lượng thời gian tiêu tốn cho 1 đơn vị RE</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dirty="0">
                <a:solidFill>
                  <a:srgbClr val="C00000"/>
                </a:solidFill>
              </a:rPr>
              <a:t>-&gt; đo đếm bằng tay (RE)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vi-VN"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dirty="0">
                <a:solidFill>
                  <a:srgbClr val="C00000"/>
                </a:solidFill>
              </a:rPr>
              <a:t>đơn vị RE "biến động" thì nếu có thông tin từ cửa hàng thì có thể thống kê trong quá khứ thì </a:t>
            </a:r>
            <a:r>
              <a:rPr lang="vi-VN" sz="1200" b="1" dirty="0" err="1">
                <a:solidFill>
                  <a:srgbClr val="C00000"/>
                </a:solidFill>
              </a:rPr>
              <a:t>system</a:t>
            </a:r>
            <a:r>
              <a:rPr lang="vi-VN" sz="1200" b="1" dirty="0">
                <a:solidFill>
                  <a:srgbClr val="C00000"/>
                </a:solidFill>
              </a:rPr>
              <a:t> có thể tổng hợp để tự động tính toán</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dirty="0">
                <a:solidFill>
                  <a:srgbClr val="C00000"/>
                </a:solidFill>
              </a:rPr>
              <a:t>tuy nhiên, nếu </a:t>
            </a:r>
            <a:r>
              <a:rPr lang="vi-VN" sz="1200" b="1" dirty="0" err="1">
                <a:solidFill>
                  <a:srgbClr val="C00000"/>
                </a:solidFill>
              </a:rPr>
              <a:t>ko</a:t>
            </a:r>
            <a:r>
              <a:rPr lang="vi-VN" sz="1200" b="1" dirty="0">
                <a:solidFill>
                  <a:srgbClr val="C00000"/>
                </a:solidFill>
              </a:rPr>
              <a:t> có thì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dirty="0">
                <a:solidFill>
                  <a:srgbClr val="C00000"/>
                </a:solidFill>
              </a:rPr>
              <a:t>-&gt; cần nhập tay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Step 3 -&gt; SL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C00000"/>
                </a:solidFill>
              </a:rPr>
              <a:t>Kéo</a:t>
            </a:r>
            <a:r>
              <a:rPr lang="en-US" sz="1200" b="1" dirty="0">
                <a:solidFill>
                  <a:srgbClr val="C00000"/>
                </a:solidFill>
              </a:rPr>
              <a:t> </a:t>
            </a:r>
            <a:r>
              <a:rPr lang="en-US" sz="1200" b="1" dirty="0" err="1">
                <a:solidFill>
                  <a:srgbClr val="C00000"/>
                </a:solidFill>
              </a:rPr>
              <a:t>thả</a:t>
            </a:r>
            <a:r>
              <a:rPr lang="en-US" sz="1200" b="1" dirty="0">
                <a:solidFill>
                  <a:srgbClr val="C00000"/>
                </a:solidFill>
              </a:rPr>
              <a:t> task </a:t>
            </a:r>
            <a:r>
              <a:rPr lang="en-US" sz="1200" b="1" dirty="0" err="1">
                <a:solidFill>
                  <a:srgbClr val="C00000"/>
                </a:solidFill>
              </a:rPr>
              <a:t>cho</a:t>
            </a:r>
            <a:r>
              <a:rPr lang="en-US" sz="1200" b="1" dirty="0">
                <a:solidFill>
                  <a:srgbClr val="C00000"/>
                </a:solidFill>
              </a:rPr>
              <a:t> </a:t>
            </a:r>
            <a:r>
              <a:rPr lang="en-US" sz="1200" b="1" dirty="0" err="1">
                <a:solidFill>
                  <a:srgbClr val="C00000"/>
                </a:solidFill>
              </a:rPr>
              <a:t>từng</a:t>
            </a:r>
            <a:r>
              <a:rPr lang="en-US" sz="1200" b="1" dirty="0">
                <a:solidFill>
                  <a:srgbClr val="C00000"/>
                </a:solidFill>
              </a:rPr>
              <a:t> </a:t>
            </a:r>
            <a:r>
              <a:rPr lang="en-US" sz="1200" b="1" dirty="0" err="1">
                <a:solidFill>
                  <a:srgbClr val="C00000"/>
                </a:solidFill>
              </a:rPr>
              <a:t>khung</a:t>
            </a:r>
            <a:r>
              <a:rPr lang="en-US" sz="1200" b="1" dirty="0">
                <a:solidFill>
                  <a:srgbClr val="C00000"/>
                </a:solidFill>
              </a:rPr>
              <a:t> </a:t>
            </a:r>
            <a:r>
              <a:rPr lang="en-US" sz="1200" b="1" dirty="0" err="1">
                <a:solidFill>
                  <a:srgbClr val="C00000"/>
                </a:solidFill>
              </a:rPr>
              <a:t>giờ</a:t>
            </a:r>
            <a:r>
              <a:rPr lang="en-US" sz="1200" b="1" dirty="0">
                <a:solidFill>
                  <a:srgbClr val="C00000"/>
                </a:solidFill>
              </a:rPr>
              <a:t>, </a:t>
            </a:r>
            <a:r>
              <a:rPr lang="en-US" sz="1200" b="1" dirty="0" err="1">
                <a:solidFill>
                  <a:srgbClr val="C00000"/>
                </a:solidFill>
              </a:rPr>
              <a:t>từng</a:t>
            </a:r>
            <a:r>
              <a:rPr lang="en-US" sz="1200" b="1" dirty="0">
                <a:solidFill>
                  <a:srgbClr val="C00000"/>
                </a:solidFill>
              </a:rPr>
              <a:t> </a:t>
            </a:r>
            <a:r>
              <a:rPr lang="en-US" sz="1200" b="1" dirty="0" err="1">
                <a:solidFill>
                  <a:srgbClr val="C00000"/>
                </a:solidFill>
              </a:rPr>
              <a:t>vị</a:t>
            </a:r>
            <a:r>
              <a:rPr lang="en-US" sz="1200" b="1" dirty="0">
                <a:solidFill>
                  <a:srgbClr val="C00000"/>
                </a:solidFill>
              </a:rPr>
              <a:t> </a:t>
            </a:r>
            <a:r>
              <a:rPr lang="en-US" sz="1200" b="1" dirty="0" err="1">
                <a:solidFill>
                  <a:srgbClr val="C00000"/>
                </a:solidFill>
              </a:rPr>
              <a:t>trí</a:t>
            </a:r>
            <a:r>
              <a:rPr lang="en-US" sz="1200" b="1" dirty="0">
                <a:solidFill>
                  <a:srgbClr val="C00000"/>
                </a:solidFill>
              </a:rPr>
              <a:t>, </a:t>
            </a:r>
            <a:r>
              <a:rPr lang="en-US" sz="1200" b="1" dirty="0" err="1">
                <a:solidFill>
                  <a:srgbClr val="C00000"/>
                </a:solidFill>
              </a:rPr>
              <a:t>vai</a:t>
            </a:r>
            <a:r>
              <a:rPr lang="en-US" sz="1200" b="1" dirty="0">
                <a:solidFill>
                  <a:srgbClr val="C00000"/>
                </a:solidFill>
              </a:rPr>
              <a:t> </a:t>
            </a:r>
            <a:r>
              <a:rPr lang="en-US" sz="1200" b="1" dirty="0" err="1">
                <a:solidFill>
                  <a:srgbClr val="C00000"/>
                </a:solidFill>
              </a:rPr>
              <a:t>trò</a:t>
            </a:r>
            <a:r>
              <a:rPr lang="en-US" sz="1200" b="1" dirty="0">
                <a:solidFill>
                  <a:srgbClr val="C00000"/>
                </a:solidFill>
              </a:rPr>
              <a:t> </a:t>
            </a:r>
            <a:r>
              <a:rPr lang="en-US" sz="1200" b="1" dirty="0" err="1">
                <a:solidFill>
                  <a:srgbClr val="C00000"/>
                </a:solidFill>
              </a:rPr>
              <a:t>làm</a:t>
            </a:r>
            <a:r>
              <a:rPr lang="en-US" sz="1200" b="1" dirty="0">
                <a:solidFill>
                  <a:srgbClr val="C00000"/>
                </a:solidFill>
              </a:rPr>
              <a:t> </a:t>
            </a:r>
            <a:r>
              <a:rPr lang="en-US" sz="1200" b="1" dirty="0" err="1">
                <a:solidFill>
                  <a:srgbClr val="C00000"/>
                </a:solidFill>
              </a:rPr>
              <a:t>việc</a:t>
            </a: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model </a:t>
            </a:r>
            <a:r>
              <a:rPr lang="en-US" sz="1200" b="1" dirty="0" err="1">
                <a:solidFill>
                  <a:srgbClr val="C00000"/>
                </a:solidFill>
              </a:rPr>
              <a:t>mang</a:t>
            </a:r>
            <a:r>
              <a:rPr lang="en-US" sz="1200" b="1" dirty="0">
                <a:solidFill>
                  <a:srgbClr val="C00000"/>
                </a:solidFill>
              </a:rPr>
              <a:t> </a:t>
            </a:r>
            <a:r>
              <a:rPr lang="en-US" sz="1200" b="1" dirty="0" err="1">
                <a:solidFill>
                  <a:srgbClr val="C00000"/>
                </a:solidFill>
              </a:rPr>
              <a:t>tính</a:t>
            </a:r>
            <a:r>
              <a:rPr lang="en-US" sz="1200" b="1" dirty="0">
                <a:solidFill>
                  <a:srgbClr val="C00000"/>
                </a:solidFill>
              </a:rPr>
              <a:t> </a:t>
            </a:r>
            <a:r>
              <a:rPr lang="en-US" sz="1200" b="1" dirty="0" err="1">
                <a:solidFill>
                  <a:srgbClr val="C00000"/>
                </a:solidFill>
              </a:rPr>
              <a:t>chân</a:t>
            </a:r>
            <a:r>
              <a:rPr lang="en-US" sz="1200" b="1" dirty="0">
                <a:solidFill>
                  <a:srgbClr val="C00000"/>
                </a:solidFill>
              </a:rPr>
              <a:t> </a:t>
            </a:r>
            <a:r>
              <a:rPr lang="en-US" sz="1200" b="1" dirty="0" err="1">
                <a:solidFill>
                  <a:srgbClr val="C00000"/>
                </a:solidFill>
              </a:rPr>
              <a:t>thao</a:t>
            </a:r>
            <a:r>
              <a:rPr lang="en-US" sz="1200" b="1" dirty="0">
                <a:solidFill>
                  <a:srgbClr val="C00000"/>
                </a:solidFill>
              </a:rPr>
              <a:t> </a:t>
            </a:r>
            <a:r>
              <a:rPr lang="en-US" sz="1200" b="1" dirty="0" err="1">
                <a:solidFill>
                  <a:srgbClr val="C00000"/>
                </a:solidFill>
              </a:rPr>
              <a:t>khảo</a:t>
            </a: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Step 4 -&gt; SL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C00000"/>
                </a:solidFill>
              </a:rPr>
              <a:t>Áp</a:t>
            </a:r>
            <a:r>
              <a:rPr lang="en-US" sz="1200" b="1" dirty="0">
                <a:solidFill>
                  <a:srgbClr val="C00000"/>
                </a:solidFill>
              </a:rPr>
              <a:t> </a:t>
            </a:r>
            <a:r>
              <a:rPr lang="en-US" sz="1200" b="1" dirty="0" err="1">
                <a:solidFill>
                  <a:srgbClr val="C00000"/>
                </a:solidFill>
              </a:rPr>
              <a:t>dụng</a:t>
            </a:r>
            <a:r>
              <a:rPr lang="en-US" sz="1200" b="1" dirty="0">
                <a:solidFill>
                  <a:srgbClr val="C00000"/>
                </a:solidFill>
              </a:rPr>
              <a:t> model </a:t>
            </a:r>
            <a:r>
              <a:rPr lang="en-US" sz="1200" b="1" dirty="0" err="1">
                <a:solidFill>
                  <a:srgbClr val="C00000"/>
                </a:solidFill>
              </a:rPr>
              <a:t>về</a:t>
            </a:r>
            <a:r>
              <a:rPr lang="en-US" sz="1200" b="1" dirty="0">
                <a:solidFill>
                  <a:srgbClr val="C00000"/>
                </a:solidFill>
              </a:rPr>
              <a:t> </a:t>
            </a:r>
            <a:r>
              <a:rPr lang="en-US" sz="1200" b="1" dirty="0" err="1">
                <a:solidFill>
                  <a:srgbClr val="C00000"/>
                </a:solidFill>
              </a:rPr>
              <a:t>cho</a:t>
            </a:r>
            <a:r>
              <a:rPr lang="en-US" sz="1200" b="1" dirty="0">
                <a:solidFill>
                  <a:srgbClr val="C00000"/>
                </a:solidFill>
              </a:rPr>
              <a:t> </a:t>
            </a:r>
            <a:r>
              <a:rPr lang="en-US" sz="1200" b="1" dirty="0" err="1">
                <a:solidFill>
                  <a:srgbClr val="C00000"/>
                </a:solidFill>
              </a:rPr>
              <a:t>cửa</a:t>
            </a:r>
            <a:r>
              <a:rPr lang="en-US" sz="1200" b="1" dirty="0">
                <a:solidFill>
                  <a:srgbClr val="C00000"/>
                </a:solidFill>
              </a:rPr>
              <a:t> hang -&gt; </a:t>
            </a:r>
            <a:r>
              <a:rPr lang="en-US" sz="1200" b="1" dirty="0" err="1">
                <a:solidFill>
                  <a:srgbClr val="C00000"/>
                </a:solidFill>
              </a:rPr>
              <a:t>nhân</a:t>
            </a:r>
            <a:r>
              <a:rPr lang="en-US" sz="1200" b="1" dirty="0">
                <a:solidFill>
                  <a:srgbClr val="C00000"/>
                </a:solidFill>
              </a:rPr>
              <a:t> </a:t>
            </a:r>
            <a:r>
              <a:rPr lang="en-US" sz="1200" b="1" dirty="0" err="1">
                <a:solidFill>
                  <a:srgbClr val="C00000"/>
                </a:solidFill>
              </a:rPr>
              <a:t>viên</a:t>
            </a:r>
            <a:r>
              <a:rPr lang="en-US" sz="1200" b="1" dirty="0">
                <a:solidFill>
                  <a:srgbClr val="C00000"/>
                </a:solidFill>
              </a:rPr>
              <a:t> </a:t>
            </a:r>
            <a:r>
              <a:rPr lang="en-US" sz="1200" b="1" dirty="0" err="1">
                <a:solidFill>
                  <a:srgbClr val="C00000"/>
                </a:solidFill>
              </a:rPr>
              <a:t>bắt</a:t>
            </a:r>
            <a:r>
              <a:rPr lang="en-US" sz="1200" b="1" dirty="0">
                <a:solidFill>
                  <a:srgbClr val="C00000"/>
                </a:solidFill>
              </a:rPr>
              <a:t> </a:t>
            </a:r>
            <a:r>
              <a:rPr lang="en-US" sz="1200" b="1" dirty="0" err="1">
                <a:solidFill>
                  <a:srgbClr val="C00000"/>
                </a:solidFill>
              </a:rPr>
              <a:t>đầu</a:t>
            </a:r>
            <a:r>
              <a:rPr lang="en-US" sz="1200" b="1" dirty="0">
                <a:solidFill>
                  <a:srgbClr val="C00000"/>
                </a:solidFill>
              </a:rPr>
              <a:t> </a:t>
            </a:r>
            <a:r>
              <a:rPr lang="en-US" sz="1200" b="1" dirty="0" err="1">
                <a:solidFill>
                  <a:srgbClr val="C00000"/>
                </a:solidFill>
              </a:rPr>
              <a:t>có</a:t>
            </a:r>
            <a:r>
              <a:rPr lang="en-US" sz="1200" b="1" dirty="0">
                <a:solidFill>
                  <a:srgbClr val="C00000"/>
                </a:solidFill>
              </a:rPr>
              <a:t> </a:t>
            </a:r>
            <a:r>
              <a:rPr lang="en-US" sz="1200" b="1" dirty="0" err="1">
                <a:solidFill>
                  <a:srgbClr val="C00000"/>
                </a:solidFill>
              </a:rPr>
              <a:t>thể</a:t>
            </a:r>
            <a:r>
              <a:rPr lang="en-US" sz="1200" b="1" dirty="0">
                <a:solidFill>
                  <a:srgbClr val="C00000"/>
                </a:solidFill>
              </a:rPr>
              <a:t> </a:t>
            </a:r>
            <a:r>
              <a:rPr lang="en-US" sz="1200" b="1" dirty="0" err="1">
                <a:solidFill>
                  <a:srgbClr val="C00000"/>
                </a:solidFill>
              </a:rPr>
              <a:t>đăng</a:t>
            </a:r>
            <a:r>
              <a:rPr lang="en-US" sz="1200" b="1" dirty="0">
                <a:solidFill>
                  <a:srgbClr val="C00000"/>
                </a:solidFill>
              </a:rPr>
              <a:t> </a:t>
            </a:r>
            <a:r>
              <a:rPr lang="en-US" sz="1200" b="1" dirty="0" err="1">
                <a:solidFill>
                  <a:srgbClr val="C00000"/>
                </a:solidFill>
              </a:rPr>
              <a:t>ký</a:t>
            </a:r>
            <a:r>
              <a:rPr lang="en-US" sz="1200" b="1" dirty="0">
                <a:solidFill>
                  <a:srgbClr val="C00000"/>
                </a:solidFill>
              </a:rPr>
              <a:t> </a:t>
            </a:r>
            <a:r>
              <a:rPr lang="en-US" sz="1200" b="1" dirty="0" err="1">
                <a:solidFill>
                  <a:srgbClr val="C00000"/>
                </a:solidFill>
              </a:rPr>
              <a:t>lịch</a:t>
            </a:r>
            <a:r>
              <a:rPr lang="en-US" sz="1200" b="1" dirty="0">
                <a:solidFill>
                  <a:srgbClr val="C00000"/>
                </a:solidFill>
              </a:rPr>
              <a:t> </a:t>
            </a:r>
            <a:r>
              <a:rPr lang="en-US" sz="1200" b="1" dirty="0" err="1">
                <a:solidFill>
                  <a:srgbClr val="C00000"/>
                </a:solidFill>
              </a:rPr>
              <a:t>làm</a:t>
            </a:r>
            <a:r>
              <a:rPr lang="en-US" sz="1200" b="1" dirty="0">
                <a:solidFill>
                  <a:srgbClr val="C00000"/>
                </a:solidFill>
              </a:rPr>
              <a:t> </a:t>
            </a:r>
            <a:r>
              <a:rPr lang="en-US" sz="1200" b="1" dirty="0" err="1">
                <a:solidFill>
                  <a:srgbClr val="C00000"/>
                </a:solidFill>
              </a:rPr>
              <a:t>việc</a:t>
            </a:r>
            <a:r>
              <a:rPr lang="en-US" sz="1200" b="1" dirty="0">
                <a:solidFill>
                  <a:srgbClr val="C00000"/>
                </a:solidFill>
              </a:rPr>
              <a:t> </a:t>
            </a:r>
            <a:r>
              <a:rPr lang="en-US" sz="1200" b="1" dirty="0" err="1">
                <a:solidFill>
                  <a:srgbClr val="C00000"/>
                </a:solidFill>
              </a:rPr>
              <a:t>mong</a:t>
            </a:r>
            <a:r>
              <a:rPr lang="en-US" sz="1200" b="1" dirty="0">
                <a:solidFill>
                  <a:srgbClr val="C00000"/>
                </a:solidFill>
              </a:rPr>
              <a:t> </a:t>
            </a:r>
            <a:r>
              <a:rPr lang="en-US" sz="1200" b="1" dirty="0" err="1">
                <a:solidFill>
                  <a:srgbClr val="C00000"/>
                </a:solidFill>
              </a:rPr>
              <a:t>muốn</a:t>
            </a:r>
            <a:r>
              <a:rPr lang="en-US" sz="1200" b="1" dirty="0">
                <a:solidFill>
                  <a:srgbClr val="C00000"/>
                </a:solidFill>
              </a:rPr>
              <a:t> </a:t>
            </a:r>
            <a:r>
              <a:rPr lang="en-US" sz="1200" b="1" dirty="0" err="1">
                <a:solidFill>
                  <a:srgbClr val="C00000"/>
                </a:solidFill>
              </a:rPr>
              <a:t>theo</a:t>
            </a:r>
            <a:r>
              <a:rPr lang="en-US" sz="1200" b="1" dirty="0">
                <a:solidFill>
                  <a:srgbClr val="C00000"/>
                </a:solidFill>
              </a:rPr>
              <a:t> model </a:t>
            </a:r>
            <a:r>
              <a:rPr lang="en-US" sz="1200" b="1" dirty="0" err="1">
                <a:solidFill>
                  <a:srgbClr val="C00000"/>
                </a:solidFill>
              </a:rPr>
              <a:t>đã</a:t>
            </a:r>
            <a:r>
              <a:rPr lang="en-US" sz="1200" b="1" dirty="0">
                <a:solidFill>
                  <a:srgbClr val="C00000"/>
                </a:solidFill>
              </a:rPr>
              <a:t> </a:t>
            </a:r>
            <a:r>
              <a:rPr lang="en-US" sz="1200" b="1" dirty="0" err="1">
                <a:solidFill>
                  <a:srgbClr val="C00000"/>
                </a:solidFill>
              </a:rPr>
              <a:t>áp</a:t>
            </a:r>
            <a:r>
              <a:rPr lang="en-US" sz="1200" b="1" dirty="0">
                <a:solidFill>
                  <a:srgbClr val="C00000"/>
                </a:solidFill>
              </a:rPr>
              <a:t> </a:t>
            </a:r>
            <a:r>
              <a:rPr lang="en-US" sz="1200" b="1" dirty="0" err="1">
                <a:solidFill>
                  <a:srgbClr val="C00000"/>
                </a:solidFill>
              </a:rPr>
              <a:t>dụng</a:t>
            </a: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C00000"/>
                </a:solidFill>
              </a:rPr>
              <a:t>Số</a:t>
            </a:r>
            <a:r>
              <a:rPr lang="en-US" sz="1200" b="1" dirty="0">
                <a:solidFill>
                  <a:srgbClr val="C00000"/>
                </a:solidFill>
              </a:rPr>
              <a:t> </a:t>
            </a:r>
            <a:r>
              <a:rPr lang="en-US" sz="1200" b="1" dirty="0" err="1">
                <a:solidFill>
                  <a:srgbClr val="C00000"/>
                </a:solidFill>
              </a:rPr>
              <a:t>nhân</a:t>
            </a:r>
            <a:r>
              <a:rPr lang="en-US" sz="1200" b="1" dirty="0">
                <a:solidFill>
                  <a:srgbClr val="C00000"/>
                </a:solidFill>
              </a:rPr>
              <a:t> </a:t>
            </a:r>
            <a:r>
              <a:rPr lang="en-US" sz="1200" b="1" dirty="0" err="1">
                <a:solidFill>
                  <a:srgbClr val="C00000"/>
                </a:solidFill>
              </a:rPr>
              <a:t>viên</a:t>
            </a:r>
            <a:r>
              <a:rPr lang="en-US" sz="1200" b="1" dirty="0">
                <a:solidFill>
                  <a:srgbClr val="C00000"/>
                </a:solidFill>
              </a:rPr>
              <a:t> full time </a:t>
            </a:r>
            <a:r>
              <a:rPr lang="en-US" sz="1200" b="1" dirty="0" err="1">
                <a:solidFill>
                  <a:srgbClr val="C00000"/>
                </a:solidFill>
              </a:rPr>
              <a:t>chỉ</a:t>
            </a:r>
            <a:r>
              <a:rPr lang="en-US" sz="1200" b="1" dirty="0">
                <a:solidFill>
                  <a:srgbClr val="C00000"/>
                </a:solidFill>
              </a:rPr>
              <a:t> </a:t>
            </a:r>
            <a:r>
              <a:rPr lang="en-US" sz="1200" b="1" dirty="0" err="1">
                <a:solidFill>
                  <a:srgbClr val="C00000"/>
                </a:solidFill>
              </a:rPr>
              <a:t>nên</a:t>
            </a:r>
            <a:r>
              <a:rPr lang="en-US" sz="1200" b="1" dirty="0">
                <a:solidFill>
                  <a:srgbClr val="C00000"/>
                </a:solidFill>
              </a:rPr>
              <a:t> </a:t>
            </a:r>
            <a:r>
              <a:rPr lang="en-US" sz="1200" b="1" dirty="0" err="1">
                <a:solidFill>
                  <a:srgbClr val="C00000"/>
                </a:solidFill>
              </a:rPr>
              <a:t>chiểm</a:t>
            </a:r>
            <a:r>
              <a:rPr lang="en-US" sz="1200" b="1" dirty="0">
                <a:solidFill>
                  <a:srgbClr val="C00000"/>
                </a:solidFill>
              </a:rPr>
              <a:t> 70% </a:t>
            </a:r>
            <a:r>
              <a:rPr lang="en-US" sz="1200" b="1" dirty="0" err="1">
                <a:solidFill>
                  <a:srgbClr val="C00000"/>
                </a:solidFill>
              </a:rPr>
              <a:t>tổng</a:t>
            </a:r>
            <a:r>
              <a:rPr lang="en-US" sz="1200" b="1" dirty="0">
                <a:solidFill>
                  <a:srgbClr val="C00000"/>
                </a:solidFill>
              </a:rPr>
              <a:t> </a:t>
            </a:r>
            <a:r>
              <a:rPr lang="en-US" sz="1200" b="1" dirty="0" err="1">
                <a:solidFill>
                  <a:srgbClr val="C00000"/>
                </a:solidFill>
              </a:rPr>
              <a:t>số</a:t>
            </a:r>
            <a:r>
              <a:rPr lang="en-US" sz="1200" b="1" dirty="0">
                <a:solidFill>
                  <a:srgbClr val="C00000"/>
                </a:solidFill>
              </a:rPr>
              <a:t> </a:t>
            </a:r>
            <a:r>
              <a:rPr lang="en-US" sz="1200" b="1" dirty="0" err="1">
                <a:solidFill>
                  <a:srgbClr val="C00000"/>
                </a:solidFill>
              </a:rPr>
              <a:t>nhân</a:t>
            </a:r>
            <a:r>
              <a:rPr lang="en-US" sz="1200" b="1" dirty="0">
                <a:solidFill>
                  <a:srgbClr val="C00000"/>
                </a:solidFill>
              </a:rPr>
              <a:t> </a:t>
            </a:r>
            <a:r>
              <a:rPr lang="en-US" sz="1200" b="1" dirty="0" err="1">
                <a:solidFill>
                  <a:srgbClr val="C00000"/>
                </a:solidFill>
              </a:rPr>
              <a:t>viên</a:t>
            </a:r>
            <a:r>
              <a:rPr lang="en-US" sz="1200" b="1" dirty="0">
                <a:solidFill>
                  <a:srgbClr val="C00000"/>
                </a:solidFill>
              </a:rPr>
              <a:t>, </a:t>
            </a:r>
            <a:r>
              <a:rPr lang="en-US" sz="1200" b="1" dirty="0" err="1">
                <a:solidFill>
                  <a:srgbClr val="C00000"/>
                </a:solidFill>
              </a:rPr>
              <a:t>còn</a:t>
            </a:r>
            <a:r>
              <a:rPr lang="en-US" sz="1200" b="1" dirty="0">
                <a:solidFill>
                  <a:srgbClr val="C00000"/>
                </a:solidFill>
              </a:rPr>
              <a:t> </a:t>
            </a:r>
            <a:r>
              <a:rPr lang="en-US" sz="1200" b="1" dirty="0" err="1">
                <a:solidFill>
                  <a:srgbClr val="C00000"/>
                </a:solidFill>
              </a:rPr>
              <a:t>lại</a:t>
            </a:r>
            <a:r>
              <a:rPr lang="en-US" sz="1200" b="1" dirty="0">
                <a:solidFill>
                  <a:srgbClr val="C00000"/>
                </a:solidFill>
              </a:rPr>
              <a:t> </a:t>
            </a:r>
            <a:r>
              <a:rPr lang="en-US" sz="1200" b="1" dirty="0" err="1">
                <a:solidFill>
                  <a:srgbClr val="C00000"/>
                </a:solidFill>
              </a:rPr>
              <a:t>sẽ</a:t>
            </a:r>
            <a:r>
              <a:rPr lang="en-US" sz="1200" b="1" dirty="0">
                <a:solidFill>
                  <a:srgbClr val="C00000"/>
                </a:solidFill>
              </a:rPr>
              <a:t> </a:t>
            </a:r>
            <a:r>
              <a:rPr lang="en-US" sz="1200" b="1" dirty="0" err="1">
                <a:solidFill>
                  <a:srgbClr val="C00000"/>
                </a:solidFill>
              </a:rPr>
              <a:t>là</a:t>
            </a:r>
            <a:r>
              <a:rPr lang="en-US" sz="1200" b="1" dirty="0">
                <a:solidFill>
                  <a:srgbClr val="C00000"/>
                </a:solidFill>
              </a:rPr>
              <a:t> part time </a:t>
            </a:r>
            <a:r>
              <a:rPr lang="en-US" sz="1200" b="1" dirty="0" err="1">
                <a:solidFill>
                  <a:srgbClr val="C00000"/>
                </a:solidFill>
              </a:rPr>
              <a:t>để</a:t>
            </a:r>
            <a:r>
              <a:rPr lang="en-US" sz="1200" b="1" dirty="0">
                <a:solidFill>
                  <a:srgbClr val="C00000"/>
                </a:solidFill>
              </a:rPr>
              <a:t> </a:t>
            </a:r>
            <a:r>
              <a:rPr lang="en-US" sz="1200" b="1" dirty="0" err="1">
                <a:solidFill>
                  <a:srgbClr val="C00000"/>
                </a:solidFill>
              </a:rPr>
              <a:t>hạn</a:t>
            </a:r>
            <a:r>
              <a:rPr lang="en-US" sz="1200" b="1" dirty="0">
                <a:solidFill>
                  <a:srgbClr val="C00000"/>
                </a:solidFill>
              </a:rPr>
              <a:t> </a:t>
            </a:r>
            <a:r>
              <a:rPr lang="en-US" sz="1200" b="1" dirty="0" err="1">
                <a:solidFill>
                  <a:srgbClr val="C00000"/>
                </a:solidFill>
              </a:rPr>
              <a:t>chế</a:t>
            </a:r>
            <a:r>
              <a:rPr lang="en-US" sz="1200" b="1" dirty="0">
                <a:solidFill>
                  <a:srgbClr val="C00000"/>
                </a:solidFill>
              </a:rPr>
              <a:t> </a:t>
            </a:r>
            <a:r>
              <a:rPr lang="en-US" sz="1200" b="1" dirty="0" err="1">
                <a:solidFill>
                  <a:srgbClr val="C00000"/>
                </a:solidFill>
              </a:rPr>
              <a:t>việc</a:t>
            </a:r>
            <a:r>
              <a:rPr lang="en-US" sz="1200" b="1" dirty="0">
                <a:solidFill>
                  <a:srgbClr val="C00000"/>
                </a:solidFill>
              </a:rPr>
              <a:t> </a:t>
            </a:r>
            <a:r>
              <a:rPr lang="en-US" sz="1200" b="1" dirty="0" err="1">
                <a:solidFill>
                  <a:srgbClr val="C00000"/>
                </a:solidFill>
              </a:rPr>
              <a:t>thừa</a:t>
            </a:r>
            <a:endParaRPr lang="en-US" sz="1200" b="1" dirty="0">
              <a:solidFill>
                <a:srgbClr val="C00000"/>
              </a:solidFill>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è"/>
              <a:tabLst/>
              <a:defRPr/>
            </a:pPr>
            <a:r>
              <a:rPr lang="en-US" sz="1200" b="1" dirty="0" err="1">
                <a:solidFill>
                  <a:srgbClr val="C00000"/>
                </a:solidFill>
              </a:rPr>
              <a:t>Ngoài</a:t>
            </a:r>
            <a:r>
              <a:rPr lang="en-US" sz="1200" b="1" dirty="0">
                <a:solidFill>
                  <a:srgbClr val="C00000"/>
                </a:solidFill>
              </a:rPr>
              <a:t> </a:t>
            </a:r>
            <a:r>
              <a:rPr lang="en-US" sz="1200" b="1" dirty="0" err="1">
                <a:solidFill>
                  <a:srgbClr val="C00000"/>
                </a:solidFill>
              </a:rPr>
              <a:t>ra</a:t>
            </a:r>
            <a:r>
              <a:rPr lang="en-US" sz="1200" b="1" dirty="0">
                <a:solidFill>
                  <a:srgbClr val="C00000"/>
                </a:solidFill>
              </a:rPr>
              <a:t> </a:t>
            </a:r>
            <a:r>
              <a:rPr lang="en-US" sz="1200" b="1" dirty="0" err="1">
                <a:solidFill>
                  <a:srgbClr val="C00000"/>
                </a:solidFill>
              </a:rPr>
              <a:t>thì</a:t>
            </a:r>
            <a:r>
              <a:rPr lang="en-US" sz="1200" b="1" dirty="0">
                <a:solidFill>
                  <a:srgbClr val="C00000"/>
                </a:solidFill>
              </a:rPr>
              <a:t> </a:t>
            </a:r>
            <a:r>
              <a:rPr lang="en-US" sz="1200" b="1" dirty="0" err="1">
                <a:solidFill>
                  <a:srgbClr val="C00000"/>
                </a:solidFill>
              </a:rPr>
              <a:t>cần</a:t>
            </a:r>
            <a:r>
              <a:rPr lang="en-US" sz="1200" b="1" dirty="0">
                <a:solidFill>
                  <a:srgbClr val="C00000"/>
                </a:solidFill>
              </a:rPr>
              <a:t> </a:t>
            </a:r>
            <a:r>
              <a:rPr lang="en-US" sz="1200" b="1" dirty="0" err="1">
                <a:solidFill>
                  <a:srgbClr val="C00000"/>
                </a:solidFill>
              </a:rPr>
              <a:t>áp</a:t>
            </a:r>
            <a:r>
              <a:rPr lang="en-US" sz="1200" b="1" dirty="0">
                <a:solidFill>
                  <a:srgbClr val="C00000"/>
                </a:solidFill>
              </a:rPr>
              <a:t> </a:t>
            </a:r>
            <a:r>
              <a:rPr lang="en-US" sz="1200" b="1" dirty="0" err="1">
                <a:solidFill>
                  <a:srgbClr val="C00000"/>
                </a:solidFill>
              </a:rPr>
              <a:t>dụng</a:t>
            </a:r>
            <a:r>
              <a:rPr lang="en-US" sz="1200" b="1" dirty="0">
                <a:solidFill>
                  <a:srgbClr val="C00000"/>
                </a:solidFill>
              </a:rPr>
              <a:t> model </a:t>
            </a:r>
            <a:r>
              <a:rPr lang="en-US" sz="1200" b="1" dirty="0" err="1">
                <a:solidFill>
                  <a:srgbClr val="C00000"/>
                </a:solidFill>
              </a:rPr>
              <a:t>trong</a:t>
            </a:r>
            <a:r>
              <a:rPr lang="en-US" sz="1200" b="1" dirty="0">
                <a:solidFill>
                  <a:srgbClr val="C00000"/>
                </a:solidFill>
              </a:rPr>
              <a:t> 1 </a:t>
            </a:r>
            <a:r>
              <a:rPr lang="en-US" sz="1200" b="1" dirty="0" err="1">
                <a:solidFill>
                  <a:srgbClr val="C00000"/>
                </a:solidFill>
              </a:rPr>
              <a:t>khoảng</a:t>
            </a:r>
            <a:r>
              <a:rPr lang="en-US" sz="1200" b="1" dirty="0">
                <a:solidFill>
                  <a:srgbClr val="C00000"/>
                </a:solidFill>
              </a:rPr>
              <a:t> </a:t>
            </a:r>
            <a:r>
              <a:rPr lang="en-US" sz="1200" b="1" dirty="0" err="1">
                <a:solidFill>
                  <a:srgbClr val="C00000"/>
                </a:solidFill>
              </a:rPr>
              <a:t>thời</a:t>
            </a:r>
            <a:r>
              <a:rPr lang="en-US" sz="1200" b="1" dirty="0">
                <a:solidFill>
                  <a:srgbClr val="C00000"/>
                </a:solidFill>
              </a:rPr>
              <a:t> </a:t>
            </a:r>
            <a:r>
              <a:rPr lang="en-US" sz="1200" b="1" dirty="0" err="1">
                <a:solidFill>
                  <a:srgbClr val="C00000"/>
                </a:solidFill>
              </a:rPr>
              <a:t>gian</a:t>
            </a:r>
            <a:r>
              <a:rPr lang="en-US" sz="1200" b="1" dirty="0">
                <a:solidFill>
                  <a:srgbClr val="C00000"/>
                </a:solidFill>
              </a:rPr>
              <a:t> </a:t>
            </a:r>
            <a:r>
              <a:rPr lang="en-US" sz="1200" b="1" dirty="0" err="1">
                <a:solidFill>
                  <a:srgbClr val="C00000"/>
                </a:solidFill>
              </a:rPr>
              <a:t>nhất</a:t>
            </a:r>
            <a:r>
              <a:rPr lang="en-US" sz="1200" b="1" dirty="0">
                <a:solidFill>
                  <a:srgbClr val="C00000"/>
                </a:solidFill>
              </a:rPr>
              <a:t> </a:t>
            </a:r>
            <a:r>
              <a:rPr lang="en-US" sz="1200" b="1" dirty="0" err="1">
                <a:solidFill>
                  <a:srgbClr val="C00000"/>
                </a:solidFill>
              </a:rPr>
              <a:t>định</a:t>
            </a:r>
            <a:r>
              <a:rPr lang="en-US" sz="1200" b="1" dirty="0">
                <a:solidFill>
                  <a:srgbClr val="C00000"/>
                </a:solidFill>
              </a:rPr>
              <a:t> </a:t>
            </a:r>
            <a:r>
              <a:rPr lang="en-US" sz="1200" b="1" dirty="0" err="1">
                <a:solidFill>
                  <a:srgbClr val="C00000"/>
                </a:solidFill>
              </a:rPr>
              <a:t>sau</a:t>
            </a:r>
            <a:r>
              <a:rPr lang="en-US" sz="1200" b="1" dirty="0">
                <a:solidFill>
                  <a:srgbClr val="C00000"/>
                </a:solidFill>
              </a:rPr>
              <a:t> </a:t>
            </a:r>
            <a:r>
              <a:rPr lang="en-US" sz="1200" b="1" dirty="0" err="1">
                <a:solidFill>
                  <a:srgbClr val="C00000"/>
                </a:solidFill>
              </a:rPr>
              <a:t>đó</a:t>
            </a:r>
            <a:r>
              <a:rPr lang="en-US" sz="1200" b="1" dirty="0">
                <a:solidFill>
                  <a:srgbClr val="C00000"/>
                </a:solidFill>
              </a:rPr>
              <a:t> </a:t>
            </a:r>
            <a:r>
              <a:rPr lang="en-US" sz="1200" b="1" dirty="0" err="1">
                <a:solidFill>
                  <a:srgbClr val="C00000"/>
                </a:solidFill>
              </a:rPr>
              <a:t>đánh</a:t>
            </a:r>
            <a:r>
              <a:rPr lang="en-US" sz="1200" b="1" dirty="0">
                <a:solidFill>
                  <a:srgbClr val="C00000"/>
                </a:solidFill>
              </a:rPr>
              <a:t> </a:t>
            </a:r>
            <a:r>
              <a:rPr lang="en-US" sz="1200" b="1" dirty="0" err="1">
                <a:solidFill>
                  <a:srgbClr val="C00000"/>
                </a:solidFill>
              </a:rPr>
              <a:t>giá</a:t>
            </a:r>
            <a:r>
              <a:rPr lang="en-US" sz="1200" b="1" dirty="0">
                <a:solidFill>
                  <a:srgbClr val="C00000"/>
                </a:solidFill>
              </a:rPr>
              <a:t> </a:t>
            </a:r>
            <a:r>
              <a:rPr lang="en-US" sz="1200" b="1" dirty="0" err="1">
                <a:solidFill>
                  <a:srgbClr val="C00000"/>
                </a:solidFill>
              </a:rPr>
              <a:t>lại</a:t>
            </a:r>
            <a:r>
              <a:rPr lang="en-US" sz="1200" b="1" dirty="0">
                <a:solidFill>
                  <a:srgbClr val="C00000"/>
                </a:solidFill>
              </a:rPr>
              <a:t>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Step 4 -&gt; SL </a:t>
            </a:r>
            <a:r>
              <a:rPr lang="en-US" sz="1200" b="1" dirty="0" err="1">
                <a:solidFill>
                  <a:srgbClr val="C00000"/>
                </a:solidFill>
              </a:rPr>
              <a:t>gửi</a:t>
            </a:r>
            <a:r>
              <a:rPr lang="en-US" sz="1200" b="1" dirty="0">
                <a:solidFill>
                  <a:srgbClr val="C00000"/>
                </a:solidFill>
              </a:rPr>
              <a:t> </a:t>
            </a:r>
            <a:r>
              <a:rPr lang="en-US" sz="1200" b="1" dirty="0" err="1">
                <a:solidFill>
                  <a:srgbClr val="C00000"/>
                </a:solidFill>
              </a:rPr>
              <a:t>cho</a:t>
            </a:r>
            <a:r>
              <a:rPr lang="en-US" sz="1200" b="1" dirty="0">
                <a:solidFill>
                  <a:srgbClr val="C00000"/>
                </a:solidFill>
              </a:rPr>
              <a:t> HQ</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dirty="0">
                <a:solidFill>
                  <a:srgbClr val="C00000"/>
                </a:solidFill>
              </a:rPr>
              <a:t>Step</a:t>
            </a:r>
            <a:r>
              <a:rPr lang="ja-JP" altLang="en-US" sz="1200" b="1" dirty="0">
                <a:solidFill>
                  <a:srgbClr val="C00000"/>
                </a:solidFill>
              </a:rPr>
              <a:t> </a:t>
            </a:r>
            <a:r>
              <a:rPr lang="en-US" altLang="ja-JP" sz="1200" b="1" dirty="0">
                <a:solidFill>
                  <a:srgbClr val="C00000"/>
                </a:solidFill>
              </a:rPr>
              <a:t>5</a:t>
            </a:r>
            <a:r>
              <a:rPr lang="ja-JP" altLang="en-US" sz="1200" b="1" dirty="0">
                <a:solidFill>
                  <a:srgbClr val="C00000"/>
                </a:solidFill>
              </a:rPr>
              <a:t> </a:t>
            </a:r>
            <a:r>
              <a:rPr lang="en-US" altLang="ja-JP" sz="1200" b="1" dirty="0">
                <a:solidFill>
                  <a:srgbClr val="C00000"/>
                </a:solidFill>
              </a:rPr>
              <a:t>-&gt;</a:t>
            </a:r>
            <a:r>
              <a:rPr lang="ja-JP" altLang="en-US" sz="1200" b="1" dirty="0">
                <a:solidFill>
                  <a:srgbClr val="C00000"/>
                </a:solidFill>
              </a:rPr>
              <a:t> </a:t>
            </a:r>
            <a:r>
              <a:rPr lang="en-US" altLang="ja-JP" sz="1200" b="1" dirty="0">
                <a:solidFill>
                  <a:srgbClr val="C00000"/>
                </a:solidFill>
              </a:rPr>
              <a:t>SL </a:t>
            </a:r>
            <a:r>
              <a:rPr lang="en-US" altLang="ja-JP" sz="1200" b="1" dirty="0" err="1">
                <a:solidFill>
                  <a:srgbClr val="C00000"/>
                </a:solidFill>
              </a:rPr>
              <a:t>điều</a:t>
            </a:r>
            <a:r>
              <a:rPr lang="en-US" altLang="ja-JP" sz="1200" b="1" dirty="0">
                <a:solidFill>
                  <a:srgbClr val="C00000"/>
                </a:solidFill>
              </a:rPr>
              <a:t> </a:t>
            </a:r>
            <a:r>
              <a:rPr lang="en-US" altLang="ja-JP" sz="1200" b="1" dirty="0" err="1">
                <a:solidFill>
                  <a:srgbClr val="C00000"/>
                </a:solidFill>
              </a:rPr>
              <a:t>chỉnh</a:t>
            </a:r>
            <a:r>
              <a:rPr lang="en-US" altLang="ja-JP" sz="1200" b="1" dirty="0">
                <a:solidFill>
                  <a:srgbClr val="C00000"/>
                </a:solidFill>
              </a:rPr>
              <a:t> </a:t>
            </a:r>
            <a:r>
              <a:rPr lang="en-US" altLang="ja-JP" sz="1200" b="1" dirty="0" err="1">
                <a:solidFill>
                  <a:srgbClr val="C00000"/>
                </a:solidFill>
              </a:rPr>
              <a:t>lại</a:t>
            </a:r>
            <a:r>
              <a:rPr lang="en-US" altLang="ja-JP" sz="1200" b="1" dirty="0">
                <a:solidFill>
                  <a:srgbClr val="C00000"/>
                </a:solidFill>
              </a:rPr>
              <a:t> DWS </a:t>
            </a:r>
            <a:r>
              <a:rPr lang="en-US" altLang="ja-JP" sz="1200" b="1" dirty="0" err="1">
                <a:solidFill>
                  <a:srgbClr val="C00000"/>
                </a:solidFill>
              </a:rPr>
              <a:t>nếu</a:t>
            </a:r>
            <a:r>
              <a:rPr lang="en-US" altLang="ja-JP" sz="1200" b="1" dirty="0">
                <a:solidFill>
                  <a:srgbClr val="C00000"/>
                </a:solidFill>
              </a:rPr>
              <a:t> </a:t>
            </a:r>
            <a:r>
              <a:rPr lang="en-US" altLang="ja-JP" sz="1200" b="1" dirty="0" err="1">
                <a:solidFill>
                  <a:srgbClr val="C00000"/>
                </a:solidFill>
              </a:rPr>
              <a:t>có</a:t>
            </a:r>
            <a:r>
              <a:rPr lang="en-US" altLang="ja-JP" sz="1200" b="1" dirty="0">
                <a:solidFill>
                  <a:srgbClr val="C00000"/>
                </a:solidFill>
              </a:rPr>
              <a:t> </a:t>
            </a:r>
            <a:r>
              <a:rPr lang="en-US" altLang="ja-JP" sz="1200" b="1" dirty="0" err="1">
                <a:solidFill>
                  <a:srgbClr val="C00000"/>
                </a:solidFill>
              </a:rPr>
              <a:t>thay</a:t>
            </a:r>
            <a:r>
              <a:rPr lang="en-US" altLang="ja-JP" sz="1200" b="1" dirty="0">
                <a:solidFill>
                  <a:srgbClr val="C00000"/>
                </a:solidFill>
              </a:rPr>
              <a:t> </a:t>
            </a:r>
            <a:r>
              <a:rPr lang="en-US" altLang="ja-JP" sz="1200" b="1" dirty="0" err="1">
                <a:solidFill>
                  <a:srgbClr val="C00000"/>
                </a:solidFill>
              </a:rPr>
              <a:t>đổi</a:t>
            </a: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Step 6-&gt;  </a:t>
            </a:r>
            <a:r>
              <a:rPr lang="ja-JP" altLang="en-US" sz="1200" b="1" dirty="0">
                <a:solidFill>
                  <a:srgbClr val="C00000"/>
                </a:solidFill>
              </a:rPr>
              <a:t>漏れチャック </a:t>
            </a:r>
            <a:r>
              <a:rPr lang="en-US" altLang="ja-JP" sz="1200" b="1" dirty="0" err="1">
                <a:solidFill>
                  <a:srgbClr val="C00000"/>
                </a:solidFill>
              </a:rPr>
              <a:t>vượt</a:t>
            </a:r>
            <a:r>
              <a:rPr lang="en-US" altLang="ja-JP" sz="1200" b="1" dirty="0">
                <a:solidFill>
                  <a:srgbClr val="C00000"/>
                </a:solidFill>
              </a:rPr>
              <a:t> bao </a:t>
            </a:r>
            <a:r>
              <a:rPr lang="en-US" altLang="ja-JP" sz="1200" b="1" dirty="0" err="1">
                <a:solidFill>
                  <a:srgbClr val="C00000"/>
                </a:solidFill>
              </a:rPr>
              <a:t>nhiêu</a:t>
            </a:r>
            <a:r>
              <a:rPr lang="en-US" altLang="ja-JP" sz="1200" b="1" dirty="0">
                <a:solidFill>
                  <a:srgbClr val="C00000"/>
                </a:solidFill>
              </a:rPr>
              <a:t> % </a:t>
            </a:r>
            <a:r>
              <a:rPr lang="en-US" altLang="ja-JP" sz="1200" b="1" dirty="0" err="1">
                <a:solidFill>
                  <a:srgbClr val="C00000"/>
                </a:solidFill>
              </a:rPr>
              <a:t>đó</a:t>
            </a:r>
            <a:r>
              <a:rPr lang="en-US" altLang="ja-JP" sz="1200" b="1" dirty="0">
                <a:solidFill>
                  <a:srgbClr val="C00000"/>
                </a:solidFill>
              </a:rPr>
              <a:t> </a:t>
            </a:r>
            <a:r>
              <a:rPr lang="en-US" altLang="ja-JP" sz="1200" b="1" dirty="0" err="1">
                <a:solidFill>
                  <a:srgbClr val="C00000"/>
                </a:solidFill>
              </a:rPr>
              <a:t>thì</a:t>
            </a:r>
            <a:r>
              <a:rPr lang="en-US" altLang="ja-JP" sz="1200" b="1" dirty="0">
                <a:solidFill>
                  <a:srgbClr val="C00000"/>
                </a:solidFill>
              </a:rPr>
              <a:t> </a:t>
            </a:r>
            <a:r>
              <a:rPr lang="en-US" altLang="ja-JP" sz="1200" b="1" dirty="0" err="1">
                <a:solidFill>
                  <a:srgbClr val="C00000"/>
                </a:solidFill>
              </a:rPr>
              <a:t>sẽ</a:t>
            </a:r>
            <a:r>
              <a:rPr lang="en-US" altLang="ja-JP" sz="1200" b="1" dirty="0">
                <a:solidFill>
                  <a:srgbClr val="C00000"/>
                </a:solidFill>
              </a:rPr>
              <a:t> </a:t>
            </a:r>
            <a:r>
              <a:rPr lang="en-US" altLang="ja-JP" sz="1200" b="1" dirty="0" err="1">
                <a:solidFill>
                  <a:srgbClr val="C00000"/>
                </a:solidFill>
              </a:rPr>
              <a:t>thông</a:t>
            </a:r>
            <a:r>
              <a:rPr lang="en-US" altLang="ja-JP" sz="1200" b="1" dirty="0">
                <a:solidFill>
                  <a:srgbClr val="C00000"/>
                </a:solidFill>
              </a:rPr>
              <a:t> </a:t>
            </a:r>
            <a:r>
              <a:rPr lang="en-US" altLang="ja-JP" sz="1200" b="1" dirty="0" err="1">
                <a:solidFill>
                  <a:srgbClr val="C00000"/>
                </a:solidFill>
              </a:rPr>
              <a:t>báo</a:t>
            </a:r>
            <a:r>
              <a:rPr lang="en-US" altLang="ja-JP" sz="1200" b="1" dirty="0">
                <a:solidFill>
                  <a:srgbClr val="C00000"/>
                </a:solidFill>
              </a:rPr>
              <a:t> </a:t>
            </a:r>
            <a:r>
              <a:rPr lang="en-US" altLang="ja-JP" sz="1200" b="1" dirty="0" err="1">
                <a:solidFill>
                  <a:srgbClr val="C00000"/>
                </a:solidFill>
              </a:rPr>
              <a:t>cho</a:t>
            </a:r>
            <a:r>
              <a:rPr lang="en-US" altLang="ja-JP" sz="1200" b="1" dirty="0">
                <a:solidFill>
                  <a:srgbClr val="C00000"/>
                </a:solidFill>
              </a:rPr>
              <a:t> HQ </a:t>
            </a:r>
            <a:r>
              <a:rPr lang="en-US" altLang="ja-JP" sz="1200" b="1" dirty="0" err="1">
                <a:solidFill>
                  <a:srgbClr val="C00000"/>
                </a:solidFill>
              </a:rPr>
              <a:t>nhưng</a:t>
            </a:r>
            <a:r>
              <a:rPr lang="en-US" altLang="ja-JP" sz="1200" b="1" dirty="0">
                <a:solidFill>
                  <a:srgbClr val="C00000"/>
                </a:solidFill>
              </a:rPr>
              <a:t> ko </a:t>
            </a:r>
            <a:r>
              <a:rPr lang="en-US" altLang="ja-JP" sz="1200" b="1" dirty="0" err="1">
                <a:solidFill>
                  <a:srgbClr val="C00000"/>
                </a:solidFill>
              </a:rPr>
              <a:t>thông</a:t>
            </a:r>
            <a:r>
              <a:rPr lang="en-US" altLang="ja-JP" sz="1200" b="1" dirty="0">
                <a:solidFill>
                  <a:srgbClr val="C00000"/>
                </a:solidFill>
              </a:rPr>
              <a:t> </a:t>
            </a:r>
            <a:r>
              <a:rPr lang="en-US" altLang="ja-JP" sz="1200" b="1" dirty="0" err="1">
                <a:solidFill>
                  <a:srgbClr val="C00000"/>
                </a:solidFill>
              </a:rPr>
              <a:t>báo</a:t>
            </a:r>
            <a:r>
              <a:rPr lang="en-US" altLang="ja-JP" sz="1200" b="1" dirty="0">
                <a:solidFill>
                  <a:srgbClr val="C00000"/>
                </a:solidFill>
              </a:rPr>
              <a:t> </a:t>
            </a:r>
            <a:r>
              <a:rPr lang="en-US" altLang="ja-JP" sz="1200" b="1" dirty="0" err="1">
                <a:solidFill>
                  <a:srgbClr val="C00000"/>
                </a:solidFill>
              </a:rPr>
              <a:t>cho</a:t>
            </a:r>
            <a:r>
              <a:rPr lang="en-US" altLang="ja-JP" sz="1200" b="1" dirty="0">
                <a:solidFill>
                  <a:srgbClr val="C00000"/>
                </a:solidFill>
              </a:rPr>
              <a:t> SL </a:t>
            </a:r>
            <a:r>
              <a:rPr lang="en-US" altLang="ja-JP" sz="1200" b="1" dirty="0" err="1">
                <a:solidFill>
                  <a:srgbClr val="C00000"/>
                </a:solidFill>
              </a:rPr>
              <a:t>biết</a:t>
            </a:r>
            <a:r>
              <a:rPr lang="en-US" altLang="ja-JP" sz="1200" b="1" dirty="0">
                <a:solidFill>
                  <a:srgbClr val="C00000"/>
                </a:solidFill>
              </a:rPr>
              <a:t> </a:t>
            </a:r>
            <a:r>
              <a:rPr lang="en-US" altLang="ja-JP" sz="1200" b="1" dirty="0" err="1">
                <a:solidFill>
                  <a:srgbClr val="C00000"/>
                </a:solidFill>
              </a:rPr>
              <a:t>vấn</a:t>
            </a:r>
            <a:r>
              <a:rPr lang="en-US" altLang="ja-JP" sz="1200" b="1" dirty="0">
                <a:solidFill>
                  <a:srgbClr val="C00000"/>
                </a:solidFill>
              </a:rPr>
              <a:t> </a:t>
            </a:r>
            <a:r>
              <a:rPr lang="en-US" altLang="ja-JP" sz="1200" b="1" dirty="0" err="1">
                <a:solidFill>
                  <a:srgbClr val="C00000"/>
                </a:solidFill>
              </a:rPr>
              <a:t>đề</a:t>
            </a:r>
            <a:r>
              <a:rPr lang="en-US" altLang="ja-JP" sz="1200" b="1" dirty="0">
                <a:solidFill>
                  <a:srgbClr val="C00000"/>
                </a:solidFill>
              </a:rPr>
              <a:t> </a:t>
            </a:r>
            <a:r>
              <a:rPr lang="en-US" altLang="ja-JP" sz="1200" b="1" dirty="0" err="1">
                <a:solidFill>
                  <a:srgbClr val="C00000"/>
                </a:solidFill>
              </a:rPr>
              <a:t>đó</a:t>
            </a:r>
            <a:endParaRPr lang="en-US" altLang="ja-JP"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dirty="0" err="1">
                <a:solidFill>
                  <a:srgbClr val="C00000"/>
                </a:solidFill>
              </a:rPr>
              <a:t>Để</a:t>
            </a:r>
            <a:r>
              <a:rPr lang="en-US" altLang="ja-JP" sz="1200" b="1" dirty="0">
                <a:solidFill>
                  <a:srgbClr val="C00000"/>
                </a:solidFill>
              </a:rPr>
              <a:t> </a:t>
            </a:r>
            <a:r>
              <a:rPr lang="en-US" altLang="ja-JP" sz="1200" b="1" dirty="0" err="1">
                <a:solidFill>
                  <a:srgbClr val="C00000"/>
                </a:solidFill>
              </a:rPr>
              <a:t>cho</a:t>
            </a:r>
            <a:r>
              <a:rPr lang="en-US" altLang="ja-JP" sz="1200" b="1" dirty="0">
                <a:solidFill>
                  <a:srgbClr val="C00000"/>
                </a:solidFill>
              </a:rPr>
              <a:t> HQ </a:t>
            </a:r>
            <a:r>
              <a:rPr lang="en-US" altLang="ja-JP" sz="1200" b="1" dirty="0" err="1">
                <a:solidFill>
                  <a:srgbClr val="C00000"/>
                </a:solidFill>
              </a:rPr>
              <a:t>có</a:t>
            </a:r>
            <a:r>
              <a:rPr lang="en-US" altLang="ja-JP" sz="1200" b="1" dirty="0">
                <a:solidFill>
                  <a:srgbClr val="C00000"/>
                </a:solidFill>
              </a:rPr>
              <a:t> </a:t>
            </a:r>
            <a:r>
              <a:rPr lang="en-US" altLang="ja-JP" sz="1200" b="1" dirty="0" err="1">
                <a:solidFill>
                  <a:srgbClr val="C00000"/>
                </a:solidFill>
              </a:rPr>
              <a:t>thể</a:t>
            </a:r>
            <a:r>
              <a:rPr lang="en-US" altLang="ja-JP" sz="1200" b="1" dirty="0">
                <a:solidFill>
                  <a:srgbClr val="C00000"/>
                </a:solidFill>
              </a:rPr>
              <a:t> </a:t>
            </a:r>
            <a:r>
              <a:rPr lang="en-US" altLang="ja-JP" sz="1200" b="1" dirty="0" err="1">
                <a:solidFill>
                  <a:srgbClr val="C00000"/>
                </a:solidFill>
              </a:rPr>
              <a:t>điều</a:t>
            </a:r>
            <a:r>
              <a:rPr lang="en-US" altLang="ja-JP" sz="1200" b="1" dirty="0">
                <a:solidFill>
                  <a:srgbClr val="C00000"/>
                </a:solidFill>
              </a:rPr>
              <a:t> </a:t>
            </a:r>
            <a:r>
              <a:rPr lang="en-US" altLang="ja-JP" sz="1200" b="1" dirty="0" err="1">
                <a:solidFill>
                  <a:srgbClr val="C00000"/>
                </a:solidFill>
              </a:rPr>
              <a:t>chỉnh</a:t>
            </a:r>
            <a:r>
              <a:rPr lang="en-US" altLang="ja-JP" sz="1200" b="1" dirty="0">
                <a:solidFill>
                  <a:srgbClr val="C00000"/>
                </a:solidFill>
              </a:rPr>
              <a:t> </a:t>
            </a:r>
            <a:r>
              <a:rPr lang="en-US" altLang="ja-JP" sz="1200" b="1" dirty="0" err="1">
                <a:solidFill>
                  <a:srgbClr val="C00000"/>
                </a:solidFill>
              </a:rPr>
              <a:t>lại</a:t>
            </a:r>
            <a:r>
              <a:rPr lang="en-US" altLang="ja-JP" sz="1200" b="1" dirty="0">
                <a:solidFill>
                  <a:srgbClr val="C00000"/>
                </a:solidFill>
              </a:rPr>
              <a:t> SL </a:t>
            </a:r>
            <a:r>
              <a:rPr lang="en-US" altLang="ja-JP" sz="1200" b="1" dirty="0" err="1">
                <a:solidFill>
                  <a:srgbClr val="C00000"/>
                </a:solidFill>
              </a:rPr>
              <a:t>sau</a:t>
            </a:r>
            <a:endParaRPr lang="en-US" altLang="ja-JP"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dirty="0">
                <a:solidFill>
                  <a:srgbClr val="C00000"/>
                </a:solidFill>
              </a:rPr>
              <a:t>Step 7 -&gt; </a:t>
            </a:r>
            <a:r>
              <a:rPr lang="en-US" altLang="ja-JP" sz="1200" b="1" dirty="0" err="1">
                <a:solidFill>
                  <a:srgbClr val="C00000"/>
                </a:solidFill>
              </a:rPr>
              <a:t>phân</a:t>
            </a:r>
            <a:r>
              <a:rPr lang="en-US" altLang="ja-JP" sz="1200" b="1" dirty="0">
                <a:solidFill>
                  <a:srgbClr val="C00000"/>
                </a:solidFill>
              </a:rPr>
              <a:t> </a:t>
            </a:r>
            <a:r>
              <a:rPr lang="en-US" altLang="ja-JP" sz="1200" b="1" dirty="0" err="1">
                <a:solidFill>
                  <a:srgbClr val="C00000"/>
                </a:solidFill>
              </a:rPr>
              <a:t>bổ</a:t>
            </a:r>
            <a:r>
              <a:rPr lang="en-US" altLang="ja-JP" sz="1200" b="1" dirty="0">
                <a:solidFill>
                  <a:srgbClr val="C00000"/>
                </a:solidFill>
              </a:rPr>
              <a:t> </a:t>
            </a:r>
            <a:r>
              <a:rPr lang="en-US" altLang="ja-JP" sz="1200" b="1" dirty="0" err="1">
                <a:solidFill>
                  <a:srgbClr val="C00000"/>
                </a:solidFill>
              </a:rPr>
              <a:t>lại</a:t>
            </a:r>
            <a:r>
              <a:rPr lang="en-US" altLang="ja-JP" sz="1200" b="1" dirty="0">
                <a:solidFill>
                  <a:srgbClr val="C00000"/>
                </a:solidFill>
              </a:rPr>
              <a:t> </a:t>
            </a:r>
            <a:r>
              <a:rPr lang="en-US" altLang="ja-JP" sz="1200" b="1" dirty="0" err="1">
                <a:solidFill>
                  <a:srgbClr val="C00000"/>
                </a:solidFill>
              </a:rPr>
              <a:t>nhân</a:t>
            </a:r>
            <a:r>
              <a:rPr lang="en-US" altLang="ja-JP" sz="1200" b="1" dirty="0">
                <a:solidFill>
                  <a:srgbClr val="C00000"/>
                </a:solidFill>
              </a:rPr>
              <a:t> </a:t>
            </a:r>
            <a:r>
              <a:rPr lang="en-US" altLang="ja-JP" sz="1200" b="1" dirty="0" err="1">
                <a:solidFill>
                  <a:srgbClr val="C00000"/>
                </a:solidFill>
              </a:rPr>
              <a:t>lực</a:t>
            </a:r>
            <a:r>
              <a:rPr lang="en-US" altLang="ja-JP" sz="1200" b="1" dirty="0">
                <a:solidFill>
                  <a:srgbClr val="C00000"/>
                </a:solidFill>
              </a:rPr>
              <a:t> </a:t>
            </a:r>
            <a:r>
              <a:rPr lang="en-US" altLang="ja-JP" sz="1200" b="1" dirty="0" err="1">
                <a:solidFill>
                  <a:srgbClr val="C00000"/>
                </a:solidFill>
              </a:rPr>
              <a:t>trong</a:t>
            </a:r>
            <a:r>
              <a:rPr lang="en-US" altLang="ja-JP" sz="1200" b="1" dirty="0">
                <a:solidFill>
                  <a:srgbClr val="C00000"/>
                </a:solidFill>
              </a:rPr>
              <a:t> </a:t>
            </a:r>
            <a:r>
              <a:rPr lang="en-US" altLang="ja-JP" sz="1200" b="1" dirty="0" err="1">
                <a:solidFill>
                  <a:srgbClr val="C00000"/>
                </a:solidFill>
              </a:rPr>
              <a:t>trường</a:t>
            </a:r>
            <a:r>
              <a:rPr lang="en-US" altLang="ja-JP" sz="1200" b="1" dirty="0">
                <a:solidFill>
                  <a:srgbClr val="C00000"/>
                </a:solidFill>
              </a:rPr>
              <a:t> </a:t>
            </a:r>
            <a:r>
              <a:rPr lang="en-US" altLang="ja-JP" sz="1200" b="1" dirty="0" err="1">
                <a:solidFill>
                  <a:srgbClr val="C00000"/>
                </a:solidFill>
              </a:rPr>
              <a:t>hợp</a:t>
            </a:r>
            <a:r>
              <a:rPr lang="en-US" altLang="ja-JP" sz="1200" b="1" dirty="0">
                <a:solidFill>
                  <a:srgbClr val="C00000"/>
                </a:solidFill>
              </a:rPr>
              <a:t> </a:t>
            </a:r>
            <a:r>
              <a:rPr lang="en-US" altLang="ja-JP" sz="1200" b="1" dirty="0" err="1">
                <a:solidFill>
                  <a:srgbClr val="C00000"/>
                </a:solidFill>
              </a:rPr>
              <a:t>có</a:t>
            </a:r>
            <a:r>
              <a:rPr lang="en-US" altLang="ja-JP" sz="1200" b="1" dirty="0">
                <a:solidFill>
                  <a:srgbClr val="C00000"/>
                </a:solidFill>
              </a:rPr>
              <a:t> </a:t>
            </a:r>
            <a:r>
              <a:rPr lang="en-US" altLang="ja-JP" sz="1200" b="1" dirty="0" err="1">
                <a:solidFill>
                  <a:srgbClr val="C00000"/>
                </a:solidFill>
              </a:rPr>
              <a:t>phát</a:t>
            </a:r>
            <a:r>
              <a:rPr lang="en-US" altLang="ja-JP" sz="1200" b="1" dirty="0">
                <a:solidFill>
                  <a:srgbClr val="C00000"/>
                </a:solidFill>
              </a:rPr>
              <a:t> </a:t>
            </a:r>
            <a:r>
              <a:rPr lang="en-US" altLang="ja-JP" sz="1200" b="1" dirty="0" err="1">
                <a:solidFill>
                  <a:srgbClr val="C00000"/>
                </a:solidFill>
              </a:rPr>
              <a:t>sinh</a:t>
            </a:r>
            <a:r>
              <a:rPr lang="en-US" altLang="ja-JP" sz="1200" b="1" dirty="0">
                <a:solidFill>
                  <a:srgbClr val="C00000"/>
                </a:solidFill>
              </a:rPr>
              <a:t> </a:t>
            </a:r>
            <a:r>
              <a:rPr lang="en-US" altLang="ja-JP" sz="1200" b="1" dirty="0" err="1">
                <a:solidFill>
                  <a:srgbClr val="C00000"/>
                </a:solidFill>
              </a:rPr>
              <a:t>thừa</a:t>
            </a:r>
            <a:r>
              <a:rPr lang="en-US" altLang="ja-JP" sz="1200" b="1" dirty="0">
                <a:solidFill>
                  <a:srgbClr val="C00000"/>
                </a:solidFill>
              </a:rPr>
              <a:t> </a:t>
            </a:r>
            <a:r>
              <a:rPr lang="en-US" altLang="ja-JP" sz="1200" b="1" dirty="0" err="1">
                <a:solidFill>
                  <a:srgbClr val="C00000"/>
                </a:solidFill>
              </a:rPr>
              <a:t>thiếu</a:t>
            </a:r>
            <a:r>
              <a:rPr lang="en-US" altLang="ja-JP" sz="1200" b="1" dirty="0">
                <a:solidFill>
                  <a:srgbClr val="C00000"/>
                </a:solidFill>
              </a:rPr>
              <a:t> </a:t>
            </a:r>
            <a:r>
              <a:rPr lang="en-US" altLang="ja-JP" sz="1200" b="1" dirty="0" err="1">
                <a:solidFill>
                  <a:srgbClr val="C00000"/>
                </a:solidFill>
              </a:rPr>
              <a:t>giữa</a:t>
            </a:r>
            <a:r>
              <a:rPr lang="en-US" altLang="ja-JP" sz="1200" b="1" dirty="0">
                <a:solidFill>
                  <a:srgbClr val="C00000"/>
                </a:solidFill>
              </a:rPr>
              <a:t> </a:t>
            </a:r>
            <a:r>
              <a:rPr lang="en-US" altLang="ja-JP" sz="1200" b="1" dirty="0" err="1">
                <a:solidFill>
                  <a:srgbClr val="C00000"/>
                </a:solidFill>
              </a:rPr>
              <a:t>các</a:t>
            </a:r>
            <a:r>
              <a:rPr lang="en-US" altLang="ja-JP" sz="1200" b="1" dirty="0">
                <a:solidFill>
                  <a:srgbClr val="C00000"/>
                </a:solidFill>
              </a:rPr>
              <a:t> </a:t>
            </a:r>
            <a:r>
              <a:rPr lang="en-US" altLang="ja-JP" sz="1200" b="1" dirty="0" err="1">
                <a:solidFill>
                  <a:srgbClr val="C00000"/>
                </a:solidFill>
              </a:rPr>
              <a:t>cửa</a:t>
            </a:r>
            <a:r>
              <a:rPr lang="en-US" altLang="ja-JP" sz="1200" b="1" dirty="0">
                <a:solidFill>
                  <a:srgbClr val="C00000"/>
                </a:solidFill>
              </a:rPr>
              <a:t> </a:t>
            </a:r>
            <a:r>
              <a:rPr lang="en-US" altLang="ja-JP" sz="1200" b="1" dirty="0" err="1">
                <a:solidFill>
                  <a:srgbClr val="C00000"/>
                </a:solidFill>
              </a:rPr>
              <a:t>hàng</a:t>
            </a:r>
            <a:endParaRPr lang="en-US" altLang="ja-JP"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C00000"/>
                </a:solidFill>
              </a:rPr>
              <a:t>Step 8 -&gt; </a:t>
            </a:r>
            <a:r>
              <a:rPr lang="en-US" sz="1200" b="1" dirty="0" err="1">
                <a:solidFill>
                  <a:srgbClr val="C00000"/>
                </a:solidFill>
              </a:rPr>
              <a:t>áp</a:t>
            </a:r>
            <a:r>
              <a:rPr lang="en-US" sz="1200" b="1" dirty="0">
                <a:solidFill>
                  <a:srgbClr val="C00000"/>
                </a:solidFill>
              </a:rPr>
              <a:t> </a:t>
            </a:r>
            <a:r>
              <a:rPr lang="en-US" sz="1200" b="1" dirty="0" err="1">
                <a:solidFill>
                  <a:srgbClr val="C00000"/>
                </a:solidFill>
              </a:rPr>
              <a:t>dụng</a:t>
            </a:r>
            <a:r>
              <a:rPr lang="en-US" sz="1200" b="1" dirty="0">
                <a:solidFill>
                  <a:srgbClr val="C00000"/>
                </a:solidFill>
              </a:rPr>
              <a:t> </a:t>
            </a:r>
            <a:r>
              <a:rPr lang="en-US" sz="1200" b="1" dirty="0" err="1">
                <a:solidFill>
                  <a:srgbClr val="C00000"/>
                </a:solidFill>
              </a:rPr>
              <a:t>lịch</a:t>
            </a:r>
            <a:r>
              <a:rPr lang="en-US" sz="1200" b="1" dirty="0">
                <a:solidFill>
                  <a:srgbClr val="C00000"/>
                </a:solidFill>
              </a:rPr>
              <a:t> </a:t>
            </a:r>
            <a:r>
              <a:rPr lang="en-US" sz="1200" b="1" dirty="0" err="1">
                <a:solidFill>
                  <a:srgbClr val="C00000"/>
                </a:solidFill>
              </a:rPr>
              <a:t>chốt</a:t>
            </a:r>
            <a:r>
              <a:rPr lang="en-US" sz="1200" b="1" dirty="0">
                <a:solidFill>
                  <a:srgbClr val="C00000"/>
                </a:solidFill>
              </a:rPr>
              <a:t> </a:t>
            </a:r>
            <a:r>
              <a:rPr lang="en-US" sz="1200" b="1" dirty="0" err="1">
                <a:solidFill>
                  <a:srgbClr val="C00000"/>
                </a:solidFill>
              </a:rPr>
              <a:t>về</a:t>
            </a:r>
            <a:r>
              <a:rPr lang="en-US" sz="1200" b="1" dirty="0">
                <a:solidFill>
                  <a:srgbClr val="C00000"/>
                </a:solidFill>
              </a:rPr>
              <a:t> </a:t>
            </a:r>
            <a:r>
              <a:rPr lang="en-US" sz="1200" b="1" dirty="0" err="1">
                <a:solidFill>
                  <a:srgbClr val="C00000"/>
                </a:solidFill>
              </a:rPr>
              <a:t>cho</a:t>
            </a:r>
            <a:r>
              <a:rPr lang="en-US" sz="1200" b="1" dirty="0">
                <a:solidFill>
                  <a:srgbClr val="C00000"/>
                </a:solidFill>
              </a:rPr>
              <a:t> </a:t>
            </a:r>
            <a:r>
              <a:rPr lang="en-US" sz="1200" b="1" dirty="0" err="1">
                <a:solidFill>
                  <a:srgbClr val="C00000"/>
                </a:solidFill>
              </a:rPr>
              <a:t>cửa</a:t>
            </a:r>
            <a:r>
              <a:rPr lang="en-US" sz="1200" b="1" dirty="0">
                <a:solidFill>
                  <a:srgbClr val="C00000"/>
                </a:solidFill>
              </a:rPr>
              <a:t> hang </a:t>
            </a:r>
            <a:r>
              <a:rPr lang="en-US" sz="1200" b="1" dirty="0" err="1">
                <a:solidFill>
                  <a:srgbClr val="C00000"/>
                </a:solidFill>
              </a:rPr>
              <a:t>và</a:t>
            </a:r>
            <a:r>
              <a:rPr lang="en-US" sz="1200" b="1" dirty="0">
                <a:solidFill>
                  <a:srgbClr val="C00000"/>
                </a:solidFill>
              </a:rPr>
              <a:t> </a:t>
            </a:r>
            <a:r>
              <a:rPr lang="en-US" sz="1200" b="1" dirty="0" err="1">
                <a:solidFill>
                  <a:srgbClr val="C00000"/>
                </a:solidFill>
              </a:rPr>
              <a:t>gửi</a:t>
            </a:r>
            <a:r>
              <a:rPr lang="en-US" sz="1200" b="1" dirty="0">
                <a:solidFill>
                  <a:srgbClr val="C00000"/>
                </a:solidFill>
              </a:rPr>
              <a:t> </a:t>
            </a:r>
            <a:r>
              <a:rPr lang="en-US" sz="1200" b="1" dirty="0" err="1">
                <a:solidFill>
                  <a:srgbClr val="C00000"/>
                </a:solidFill>
              </a:rPr>
              <a:t>lịch</a:t>
            </a:r>
            <a:r>
              <a:rPr lang="en-US" sz="1200" b="1" dirty="0">
                <a:solidFill>
                  <a:srgbClr val="C00000"/>
                </a:solidFill>
              </a:rPr>
              <a:t> </a:t>
            </a:r>
            <a:r>
              <a:rPr lang="en-US" sz="1200" b="1" dirty="0" err="1">
                <a:solidFill>
                  <a:srgbClr val="C00000"/>
                </a:solidFill>
              </a:rPr>
              <a:t>đã</a:t>
            </a:r>
            <a:r>
              <a:rPr lang="en-US" sz="1200" b="1" dirty="0">
                <a:solidFill>
                  <a:srgbClr val="C00000"/>
                </a:solidFill>
              </a:rPr>
              <a:t> </a:t>
            </a:r>
            <a:r>
              <a:rPr lang="en-US" sz="1200" b="1" dirty="0" err="1">
                <a:solidFill>
                  <a:srgbClr val="C00000"/>
                </a:solidFill>
              </a:rPr>
              <a:t>chốt</a:t>
            </a:r>
            <a:r>
              <a:rPr lang="en-US" sz="1200" b="1" dirty="0">
                <a:solidFill>
                  <a:srgbClr val="C00000"/>
                </a:solidFill>
              </a:rPr>
              <a:t> </a:t>
            </a:r>
            <a:r>
              <a:rPr lang="en-US" sz="1200" b="1" dirty="0" err="1">
                <a:solidFill>
                  <a:srgbClr val="C00000"/>
                </a:solidFill>
              </a:rPr>
              <a:t>đó</a:t>
            </a:r>
            <a:r>
              <a:rPr lang="en-US" sz="1200" b="1" dirty="0">
                <a:solidFill>
                  <a:srgbClr val="C00000"/>
                </a:solidFill>
              </a:rPr>
              <a:t> </a:t>
            </a:r>
            <a:r>
              <a:rPr lang="en-US" sz="1200" b="1" dirty="0" err="1">
                <a:solidFill>
                  <a:srgbClr val="C00000"/>
                </a:solidFill>
              </a:rPr>
              <a:t>cho</a:t>
            </a:r>
            <a:r>
              <a:rPr lang="en-US" sz="1200" b="1" dirty="0">
                <a:solidFill>
                  <a:srgbClr val="C00000"/>
                </a:solidFill>
              </a:rPr>
              <a:t> HR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C00000"/>
              </a:solidFill>
            </a:endParaRPr>
          </a:p>
        </p:txBody>
      </p:sp>
      <p:sp>
        <p:nvSpPr>
          <p:cNvPr id="4" name="Chỗ dành sẵn cho Số hiệu Bản chiếu 3"/>
          <p:cNvSpPr>
            <a:spLocks noGrp="1"/>
          </p:cNvSpPr>
          <p:nvPr>
            <p:ph type="sldNum" sz="quarter" idx="5"/>
          </p:nvPr>
        </p:nvSpPr>
        <p:spPr/>
        <p:txBody>
          <a:bodyPr/>
          <a:lstStyle/>
          <a:p>
            <a:fld id="{4B8EE0EF-E245-45E0-873A-7BF65C2A9B6B}" type="slidenum">
              <a:rPr lang="en-US" smtClean="0"/>
              <a:t>14</a:t>
            </a:fld>
            <a:endParaRPr lang="en-US"/>
          </a:p>
        </p:txBody>
      </p:sp>
    </p:spTree>
    <p:extLst>
      <p:ext uri="{BB962C8B-B14F-4D97-AF65-F5344CB8AC3E}">
        <p14:creationId xmlns:p14="http://schemas.microsoft.com/office/powerpoint/2010/main" val="4192415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Từ phía system trụ sở chính, cần cài đặt dữ liệu thời gian cần thiết cho mỗi task. Dữ liệu này cần có màn hình quản lý riêng, có thể update và lưu thông tin thời gian update gần nhất. </a:t>
            </a:r>
          </a:p>
          <a:p>
            <a:r>
              <a:rPr lang="vi-VN"/>
              <a:t>Khi kết hợp dữ liệu cơ bản của cửa hàng như số khách hàng –dự kiến nhập bằng excle, diện tích, để tính toán ra tổng số giờ đề xuất cho mỗi Model. Tuy nhiên cần thông tin cụ thể từ vận hành để có thể tối ưu và hạn chế việc nhập dữ liệu biến động nhiều nhất có thể. </a:t>
            </a:r>
            <a:endParaRPr lang="en-US"/>
          </a:p>
          <a:p>
            <a:endParaRPr lang="en-US"/>
          </a:p>
        </p:txBody>
      </p:sp>
      <p:sp>
        <p:nvSpPr>
          <p:cNvPr id="4" name="Slide Number Placeholder 3"/>
          <p:cNvSpPr>
            <a:spLocks noGrp="1"/>
          </p:cNvSpPr>
          <p:nvPr>
            <p:ph type="sldNum" sz="quarter" idx="5"/>
          </p:nvPr>
        </p:nvSpPr>
        <p:spPr/>
        <p:txBody>
          <a:bodyPr/>
          <a:lstStyle/>
          <a:p>
            <a:fld id="{4B8EE0EF-E245-45E0-873A-7BF65C2A9B6B}" type="slidenum">
              <a:rPr lang="en-US" smtClean="0"/>
              <a:t>17</a:t>
            </a:fld>
            <a:endParaRPr lang="en-US"/>
          </a:p>
        </p:txBody>
      </p:sp>
    </p:spTree>
    <p:extLst>
      <p:ext uri="{BB962C8B-B14F-4D97-AF65-F5344CB8AC3E}">
        <p14:creationId xmlns:p14="http://schemas.microsoft.com/office/powerpoint/2010/main" val="3512085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4F71C-083C-9FA9-B1FF-DBF6402AE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EBBC4-AA05-D51D-7E5B-A3A95D2F2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AF1BF-1A11-30D6-EAAF-736538997C2B}"/>
              </a:ext>
            </a:extLst>
          </p:cNvPr>
          <p:cNvSpPr>
            <a:spLocks noGrp="1"/>
          </p:cNvSpPr>
          <p:nvPr>
            <p:ph type="body" idx="1"/>
          </p:nvPr>
        </p:nvSpPr>
        <p:spPr/>
        <p:txBody>
          <a:bodyPr/>
          <a:lstStyle/>
          <a:p>
            <a:r>
              <a:rPr lang="vi-VN"/>
              <a:t>Kéo thả từ thư viện task. Cột task theo thứ tự ưu tiên, sẽ hiển thị bộ đếm các task đã kéo cho đến dần về 0 thì bộ đó sẽ ẩn, đối với các task trong nhóm task chưa kéo, thì sẽ hiển thị động</a:t>
            </a:r>
            <a:endParaRPr lang="en-US"/>
          </a:p>
        </p:txBody>
      </p:sp>
      <p:sp>
        <p:nvSpPr>
          <p:cNvPr id="4" name="Slide Number Placeholder 3">
            <a:extLst>
              <a:ext uri="{FF2B5EF4-FFF2-40B4-BE49-F238E27FC236}">
                <a16:creationId xmlns:a16="http://schemas.microsoft.com/office/drawing/2014/main" id="{559FAD4A-D307-6D77-C578-00B18492BDC1}"/>
              </a:ext>
            </a:extLst>
          </p:cNvPr>
          <p:cNvSpPr>
            <a:spLocks noGrp="1"/>
          </p:cNvSpPr>
          <p:nvPr>
            <p:ph type="sldNum" sz="quarter" idx="5"/>
          </p:nvPr>
        </p:nvSpPr>
        <p:spPr/>
        <p:txBody>
          <a:bodyPr/>
          <a:lstStyle/>
          <a:p>
            <a:fld id="{4B8EE0EF-E245-45E0-873A-7BF65C2A9B6B}" type="slidenum">
              <a:rPr lang="en-US" smtClean="0"/>
              <a:t>18</a:t>
            </a:fld>
            <a:endParaRPr lang="en-US"/>
          </a:p>
        </p:txBody>
      </p:sp>
    </p:spTree>
    <p:extLst>
      <p:ext uri="{BB962C8B-B14F-4D97-AF65-F5344CB8AC3E}">
        <p14:creationId xmlns:p14="http://schemas.microsoft.com/office/powerpoint/2010/main" val="1055306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8EE0EF-E245-45E0-873A-7BF65C2A9B6B}" type="slidenum">
              <a:rPr lang="en-US" smtClean="0"/>
              <a:t>19</a:t>
            </a:fld>
            <a:endParaRPr lang="en-US"/>
          </a:p>
        </p:txBody>
      </p:sp>
    </p:spTree>
    <p:extLst>
      <p:ext uri="{BB962C8B-B14F-4D97-AF65-F5344CB8AC3E}">
        <p14:creationId xmlns:p14="http://schemas.microsoft.com/office/powerpoint/2010/main" val="1340635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4B8EE0EF-E245-45E0-873A-7BF65C2A9B6B}" type="slidenum">
              <a:rPr lang="en-US" smtClean="0"/>
              <a:t>20</a:t>
            </a:fld>
            <a:endParaRPr lang="en-US"/>
          </a:p>
        </p:txBody>
      </p:sp>
    </p:spTree>
    <p:extLst>
      <p:ext uri="{BB962C8B-B14F-4D97-AF65-F5344CB8AC3E}">
        <p14:creationId xmlns:p14="http://schemas.microsoft.com/office/powerpoint/2010/main" val="1345001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F9264-D41A-17DC-CB48-FF2947EE7E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F5935C-CA63-1529-76F7-35EA2F071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CDC961-7295-21E0-A8D0-CAC346170A8A}"/>
              </a:ext>
            </a:extLst>
          </p:cNvPr>
          <p:cNvSpPr>
            <a:spLocks noGrp="1"/>
          </p:cNvSpPr>
          <p:nvPr>
            <p:ph type="dt" sz="half" idx="10"/>
          </p:nvPr>
        </p:nvSpPr>
        <p:spPr/>
        <p:txBody>
          <a:bodyPr/>
          <a:lstStyle/>
          <a:p>
            <a:fld id="{EF98F1D1-502B-4E28-B32E-80118529FBC6}" type="datetime1">
              <a:rPr lang="en-US" smtClean="0"/>
              <a:t>11/17/2025</a:t>
            </a:fld>
            <a:endParaRPr lang="en-US"/>
          </a:p>
        </p:txBody>
      </p:sp>
      <p:sp>
        <p:nvSpPr>
          <p:cNvPr id="5" name="Footer Placeholder 4">
            <a:extLst>
              <a:ext uri="{FF2B5EF4-FFF2-40B4-BE49-F238E27FC236}">
                <a16:creationId xmlns:a16="http://schemas.microsoft.com/office/drawing/2014/main" id="{CF5DC1F2-1EDA-A2F3-E377-7A2DB8B06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2E5BE6-98B5-4AC5-0CE9-73E37031E6D9}"/>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2798225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C4B1-E92E-F3E5-2FF7-51BD7B9E99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EC4167-89B0-7F65-ED35-E575147F4C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07B819-996F-DF85-8D70-6CB2BBB1A6A4}"/>
              </a:ext>
            </a:extLst>
          </p:cNvPr>
          <p:cNvSpPr>
            <a:spLocks noGrp="1"/>
          </p:cNvSpPr>
          <p:nvPr>
            <p:ph type="dt" sz="half" idx="10"/>
          </p:nvPr>
        </p:nvSpPr>
        <p:spPr/>
        <p:txBody>
          <a:bodyPr/>
          <a:lstStyle/>
          <a:p>
            <a:fld id="{6DA37028-2CD9-407D-8AEC-29E302115988}" type="datetime1">
              <a:rPr lang="en-US" smtClean="0"/>
              <a:t>11/17/2025</a:t>
            </a:fld>
            <a:endParaRPr lang="en-US"/>
          </a:p>
        </p:txBody>
      </p:sp>
      <p:sp>
        <p:nvSpPr>
          <p:cNvPr id="5" name="Footer Placeholder 4">
            <a:extLst>
              <a:ext uri="{FF2B5EF4-FFF2-40B4-BE49-F238E27FC236}">
                <a16:creationId xmlns:a16="http://schemas.microsoft.com/office/drawing/2014/main" id="{880E4342-CFE0-220C-EED5-79F0F4303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EFC837-4589-3C12-5904-B7A50AF07B55}"/>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4155145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DECC-A891-F899-C7C5-3739F7B2E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7F2B23-52E6-F305-386A-C62862FE75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1882EA-61C6-3939-8D01-091DBB024FD8}"/>
              </a:ext>
            </a:extLst>
          </p:cNvPr>
          <p:cNvSpPr>
            <a:spLocks noGrp="1"/>
          </p:cNvSpPr>
          <p:nvPr>
            <p:ph type="dt" sz="half" idx="10"/>
          </p:nvPr>
        </p:nvSpPr>
        <p:spPr/>
        <p:txBody>
          <a:bodyPr/>
          <a:lstStyle/>
          <a:p>
            <a:fld id="{8B50CE28-B767-4F3C-9677-254DE4EA79C3}" type="datetime1">
              <a:rPr lang="en-US" smtClean="0"/>
              <a:t>11/17/2025</a:t>
            </a:fld>
            <a:endParaRPr lang="en-US"/>
          </a:p>
        </p:txBody>
      </p:sp>
      <p:sp>
        <p:nvSpPr>
          <p:cNvPr id="5" name="Footer Placeholder 4">
            <a:extLst>
              <a:ext uri="{FF2B5EF4-FFF2-40B4-BE49-F238E27FC236}">
                <a16:creationId xmlns:a16="http://schemas.microsoft.com/office/drawing/2014/main" id="{D908F5E2-E76C-07FA-19FC-66DFC18A65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F72443-5654-CFC4-CA75-A55F95317830}"/>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2842402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DBA5D-EF1E-F0A5-B857-C8F279C3B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2E0455-7F0A-F3CD-F028-F24F170DAA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167C05-49C8-E6F0-555C-16DAA96C44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579BA8-DB44-C2A1-FA72-161839B4630D}"/>
              </a:ext>
            </a:extLst>
          </p:cNvPr>
          <p:cNvSpPr>
            <a:spLocks noGrp="1"/>
          </p:cNvSpPr>
          <p:nvPr>
            <p:ph type="dt" sz="half" idx="10"/>
          </p:nvPr>
        </p:nvSpPr>
        <p:spPr/>
        <p:txBody>
          <a:bodyPr/>
          <a:lstStyle/>
          <a:p>
            <a:fld id="{E42BD5C9-C2E3-4B22-BD7D-D7870D7BC467}" type="datetime1">
              <a:rPr lang="en-US" smtClean="0"/>
              <a:t>11/17/2025</a:t>
            </a:fld>
            <a:endParaRPr lang="en-US"/>
          </a:p>
        </p:txBody>
      </p:sp>
      <p:sp>
        <p:nvSpPr>
          <p:cNvPr id="6" name="Footer Placeholder 5">
            <a:extLst>
              <a:ext uri="{FF2B5EF4-FFF2-40B4-BE49-F238E27FC236}">
                <a16:creationId xmlns:a16="http://schemas.microsoft.com/office/drawing/2014/main" id="{CEA2044E-0997-E190-37C9-6EDAF17663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D3B7E3-ED22-2E83-10D4-E3B18F85E3A1}"/>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46917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A25AD-0CE7-8F14-3D6D-370727EF17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7206C1-D7CB-2916-A3DA-E2E2207587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E0E7-E436-A2FB-5ECF-AD654D413D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F056D4-A030-6FB6-D752-C193DD91C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9DF2E1-D385-4721-5529-8E3CACF84B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E981C9-6FAC-7C2B-BC46-384E3BC28422}"/>
              </a:ext>
            </a:extLst>
          </p:cNvPr>
          <p:cNvSpPr>
            <a:spLocks noGrp="1"/>
          </p:cNvSpPr>
          <p:nvPr>
            <p:ph type="dt" sz="half" idx="10"/>
          </p:nvPr>
        </p:nvSpPr>
        <p:spPr/>
        <p:txBody>
          <a:bodyPr/>
          <a:lstStyle/>
          <a:p>
            <a:fld id="{83A21632-4FBA-467F-B20D-EC283898BAE4}" type="datetime1">
              <a:rPr lang="en-US" smtClean="0"/>
              <a:t>11/17/2025</a:t>
            </a:fld>
            <a:endParaRPr lang="en-US"/>
          </a:p>
        </p:txBody>
      </p:sp>
      <p:sp>
        <p:nvSpPr>
          <p:cNvPr id="8" name="Footer Placeholder 7">
            <a:extLst>
              <a:ext uri="{FF2B5EF4-FFF2-40B4-BE49-F238E27FC236}">
                <a16:creationId xmlns:a16="http://schemas.microsoft.com/office/drawing/2014/main" id="{D3FFC61C-267C-37BA-C4AE-844621EF3C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0DC2E2-38BB-77BA-67F0-16A8E94F845A}"/>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2534354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D619E-53DE-1EAC-F549-A1056039A5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367818-4623-601B-015C-780FF1986F46}"/>
              </a:ext>
            </a:extLst>
          </p:cNvPr>
          <p:cNvSpPr>
            <a:spLocks noGrp="1"/>
          </p:cNvSpPr>
          <p:nvPr>
            <p:ph type="dt" sz="half" idx="10"/>
          </p:nvPr>
        </p:nvSpPr>
        <p:spPr/>
        <p:txBody>
          <a:bodyPr/>
          <a:lstStyle/>
          <a:p>
            <a:fld id="{320742D2-D269-473C-BF41-B10BFE37E0C2}" type="datetime1">
              <a:rPr lang="en-US" smtClean="0"/>
              <a:t>11/17/2025</a:t>
            </a:fld>
            <a:endParaRPr lang="en-US"/>
          </a:p>
        </p:txBody>
      </p:sp>
      <p:sp>
        <p:nvSpPr>
          <p:cNvPr id="4" name="Footer Placeholder 3">
            <a:extLst>
              <a:ext uri="{FF2B5EF4-FFF2-40B4-BE49-F238E27FC236}">
                <a16:creationId xmlns:a16="http://schemas.microsoft.com/office/drawing/2014/main" id="{11F3A8D1-74C5-3A9C-A461-5AB12C20E5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53F6CB-E643-DA56-84B8-ABDCE7D2BC1E}"/>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1515536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FE5D61-7B42-761B-1387-FBE3922C1BB1}"/>
              </a:ext>
            </a:extLst>
          </p:cNvPr>
          <p:cNvSpPr>
            <a:spLocks noGrp="1"/>
          </p:cNvSpPr>
          <p:nvPr>
            <p:ph type="dt" sz="half" idx="10"/>
          </p:nvPr>
        </p:nvSpPr>
        <p:spPr/>
        <p:txBody>
          <a:bodyPr/>
          <a:lstStyle/>
          <a:p>
            <a:fld id="{E0E1C52D-9E76-4CB0-9F3E-C352195C0DFD}" type="datetime1">
              <a:rPr lang="en-US" smtClean="0"/>
              <a:t>11/17/2025</a:t>
            </a:fld>
            <a:endParaRPr lang="en-US"/>
          </a:p>
        </p:txBody>
      </p:sp>
      <p:sp>
        <p:nvSpPr>
          <p:cNvPr id="3" name="Footer Placeholder 2">
            <a:extLst>
              <a:ext uri="{FF2B5EF4-FFF2-40B4-BE49-F238E27FC236}">
                <a16:creationId xmlns:a16="http://schemas.microsoft.com/office/drawing/2014/main" id="{E632F812-F2A9-C957-E305-51DF3824DF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758E99-3305-F1BA-1EE6-9F7175CDF4B7}"/>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1791894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16E08-5BB5-12BE-744E-122820C6F5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606122-28F0-5912-7DA5-34FE5CD2AA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86F67-93A4-E276-FEB5-F43DB8101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4A6914-60D6-6A36-ADF5-0B348683064B}"/>
              </a:ext>
            </a:extLst>
          </p:cNvPr>
          <p:cNvSpPr>
            <a:spLocks noGrp="1"/>
          </p:cNvSpPr>
          <p:nvPr>
            <p:ph type="dt" sz="half" idx="10"/>
          </p:nvPr>
        </p:nvSpPr>
        <p:spPr/>
        <p:txBody>
          <a:bodyPr/>
          <a:lstStyle/>
          <a:p>
            <a:fld id="{F25603A7-D566-42F0-BAD5-6DD05B4BA0C0}" type="datetime1">
              <a:rPr lang="en-US" smtClean="0"/>
              <a:t>11/17/2025</a:t>
            </a:fld>
            <a:endParaRPr lang="en-US"/>
          </a:p>
        </p:txBody>
      </p:sp>
      <p:sp>
        <p:nvSpPr>
          <p:cNvPr id="6" name="Footer Placeholder 5">
            <a:extLst>
              <a:ext uri="{FF2B5EF4-FFF2-40B4-BE49-F238E27FC236}">
                <a16:creationId xmlns:a16="http://schemas.microsoft.com/office/drawing/2014/main" id="{B4183059-90D9-E7FF-6BE9-918E4D0E3C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0CC075-3ACE-D00B-3945-D5E50E536433}"/>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1809182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FF29-54A7-FF28-744A-89ADA50BF9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9D094F-3C96-B1D1-7CFA-091CE350E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6390DF-518A-D55D-DB69-F91F65EFC9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9FA279-98FA-A486-046F-CDBA2E5CE25E}"/>
              </a:ext>
            </a:extLst>
          </p:cNvPr>
          <p:cNvSpPr>
            <a:spLocks noGrp="1"/>
          </p:cNvSpPr>
          <p:nvPr>
            <p:ph type="dt" sz="half" idx="10"/>
          </p:nvPr>
        </p:nvSpPr>
        <p:spPr/>
        <p:txBody>
          <a:bodyPr/>
          <a:lstStyle/>
          <a:p>
            <a:fld id="{1FEB819B-E774-43FD-8911-A3AC8C7F80E1}" type="datetime1">
              <a:rPr lang="en-US" smtClean="0"/>
              <a:t>11/17/2025</a:t>
            </a:fld>
            <a:endParaRPr lang="en-US"/>
          </a:p>
        </p:txBody>
      </p:sp>
      <p:sp>
        <p:nvSpPr>
          <p:cNvPr id="6" name="Footer Placeholder 5">
            <a:extLst>
              <a:ext uri="{FF2B5EF4-FFF2-40B4-BE49-F238E27FC236}">
                <a16:creationId xmlns:a16="http://schemas.microsoft.com/office/drawing/2014/main" id="{8B00E630-0741-5F75-6A29-CD98DB88FB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E8EE4D-E198-CFFB-021A-21093A306673}"/>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1759302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BA104-C02D-C071-5616-2F8C295BBA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0B8FF5-EBA8-6D60-C920-2DD8F8C964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2FE71B-CBC2-3FD2-9CF5-203E0B72BC89}"/>
              </a:ext>
            </a:extLst>
          </p:cNvPr>
          <p:cNvSpPr>
            <a:spLocks noGrp="1"/>
          </p:cNvSpPr>
          <p:nvPr>
            <p:ph type="dt" sz="half" idx="10"/>
          </p:nvPr>
        </p:nvSpPr>
        <p:spPr/>
        <p:txBody>
          <a:bodyPr/>
          <a:lstStyle/>
          <a:p>
            <a:fld id="{77695392-4AD0-4BED-9FB4-23AF6D43DAC1}" type="datetime1">
              <a:rPr lang="en-US" smtClean="0"/>
              <a:t>11/17/2025</a:t>
            </a:fld>
            <a:endParaRPr lang="en-US"/>
          </a:p>
        </p:txBody>
      </p:sp>
      <p:sp>
        <p:nvSpPr>
          <p:cNvPr id="5" name="Footer Placeholder 4">
            <a:extLst>
              <a:ext uri="{FF2B5EF4-FFF2-40B4-BE49-F238E27FC236}">
                <a16:creationId xmlns:a16="http://schemas.microsoft.com/office/drawing/2014/main" id="{3B1A3829-BD4F-A5D7-ABA7-8B528C40B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23FEC-F07F-5ADE-899A-30A7AC2DD7EF}"/>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1162247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4AABD-FD70-592D-B950-E42BD99B31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FE7BC1-5884-CE56-698F-DD025A8126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30BE94-1E24-BCBE-72DE-8283FF2873A7}"/>
              </a:ext>
            </a:extLst>
          </p:cNvPr>
          <p:cNvSpPr>
            <a:spLocks noGrp="1"/>
          </p:cNvSpPr>
          <p:nvPr>
            <p:ph type="dt" sz="half" idx="10"/>
          </p:nvPr>
        </p:nvSpPr>
        <p:spPr/>
        <p:txBody>
          <a:bodyPr/>
          <a:lstStyle/>
          <a:p>
            <a:fld id="{343B1C0B-DC46-4E0A-894D-3EFDE049A5AF}" type="datetime1">
              <a:rPr lang="en-US" smtClean="0"/>
              <a:t>11/17/2025</a:t>
            </a:fld>
            <a:endParaRPr lang="en-US"/>
          </a:p>
        </p:txBody>
      </p:sp>
      <p:sp>
        <p:nvSpPr>
          <p:cNvPr id="5" name="Footer Placeholder 4">
            <a:extLst>
              <a:ext uri="{FF2B5EF4-FFF2-40B4-BE49-F238E27FC236}">
                <a16:creationId xmlns:a16="http://schemas.microsoft.com/office/drawing/2014/main" id="{817526F7-8D14-AAE4-A3D8-4104AD064D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1CF8A5-308B-CBD4-9344-F6289EADE1ED}"/>
              </a:ext>
            </a:extLst>
          </p:cNvPr>
          <p:cNvSpPr>
            <a:spLocks noGrp="1"/>
          </p:cNvSpPr>
          <p:nvPr>
            <p:ph type="sldNum" sz="quarter" idx="12"/>
          </p:nvPr>
        </p:nvSpPr>
        <p:spPr/>
        <p:txBody>
          <a:bodyPr/>
          <a:lstStyle/>
          <a:p>
            <a:fld id="{40D408E2-9F58-4229-A8B2-E143E8FD52E1}" type="slidenum">
              <a:rPr lang="en-US" smtClean="0"/>
              <a:t>‹#›</a:t>
            </a:fld>
            <a:endParaRPr lang="en-US"/>
          </a:p>
        </p:txBody>
      </p:sp>
    </p:spTree>
    <p:extLst>
      <p:ext uri="{BB962C8B-B14F-4D97-AF65-F5344CB8AC3E}">
        <p14:creationId xmlns:p14="http://schemas.microsoft.com/office/powerpoint/2010/main" val="2269759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4FB960-A18F-D4C5-06A8-1710A89E4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295758-071C-78A9-E5DA-7A5726D451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04A67B-079C-78AF-3C0E-C69773CC4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1084DD-76C9-45E3-9CA8-6B78B1FEC666}" type="datetime1">
              <a:rPr lang="en-US" smtClean="0"/>
              <a:t>11/17/2025</a:t>
            </a:fld>
            <a:endParaRPr lang="en-US"/>
          </a:p>
        </p:txBody>
      </p:sp>
      <p:sp>
        <p:nvSpPr>
          <p:cNvPr id="5" name="Footer Placeholder 4">
            <a:extLst>
              <a:ext uri="{FF2B5EF4-FFF2-40B4-BE49-F238E27FC236}">
                <a16:creationId xmlns:a16="http://schemas.microsoft.com/office/drawing/2014/main" id="{87E4B61F-B277-8DE9-1EC8-EEE8B66A92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C6A248C-8975-1DE8-EB23-8473DB2AA9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D408E2-9F58-4229-A8B2-E143E8FD52E1}" type="slidenum">
              <a:rPr lang="en-US" smtClean="0"/>
              <a:t>‹#›</a:t>
            </a:fld>
            <a:endParaRPr lang="en-US"/>
          </a:p>
        </p:txBody>
      </p:sp>
    </p:spTree>
    <p:extLst>
      <p:ext uri="{BB962C8B-B14F-4D97-AF65-F5344CB8AC3E}">
        <p14:creationId xmlns:p14="http://schemas.microsoft.com/office/powerpoint/2010/main" val="4265599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1.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926E-B57F-BCD2-F2CB-C95C07B358B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5BF57FB-6A3C-3466-CFF8-8D3452920581}"/>
              </a:ext>
            </a:extLst>
          </p:cNvPr>
          <p:cNvSpPr/>
          <p:nvPr/>
        </p:nvSpPr>
        <p:spPr>
          <a:xfrm flipV="1">
            <a:off x="184584" y="492908"/>
            <a:ext cx="10135831" cy="67054"/>
          </a:xfrm>
          <a:prstGeom prst="line">
            <a:avLst/>
          </a:prstGeom>
          <a:ln w="38100" cap="flat">
            <a:solidFill>
              <a:srgbClr val="1268B3">
                <a:alpha val="81961"/>
              </a:srgbClr>
            </a:solidFill>
            <a:prstDash val="solid"/>
            <a:headEnd type="none" w="sm" len="sm"/>
            <a:tailEnd type="none" w="sm" len="sm"/>
          </a:ln>
        </p:spPr>
        <p:txBody>
          <a:bodyPr/>
          <a:lstStyle/>
          <a:p>
            <a:endParaRPr lang="en-US"/>
          </a:p>
        </p:txBody>
      </p:sp>
      <p:sp>
        <p:nvSpPr>
          <p:cNvPr id="3" name="TextBox 2">
            <a:extLst>
              <a:ext uri="{FF2B5EF4-FFF2-40B4-BE49-F238E27FC236}">
                <a16:creationId xmlns:a16="http://schemas.microsoft.com/office/drawing/2014/main" id="{E5148E10-1823-9453-1194-6D9EF26EBAE6}"/>
              </a:ext>
            </a:extLst>
          </p:cNvPr>
          <p:cNvSpPr txBox="1"/>
          <p:nvPr/>
        </p:nvSpPr>
        <p:spPr>
          <a:xfrm>
            <a:off x="1331642" y="2041130"/>
            <a:ext cx="8988773" cy="2308324"/>
          </a:xfrm>
          <a:prstGeom prst="rect">
            <a:avLst/>
          </a:prstGeom>
          <a:noFill/>
        </p:spPr>
        <p:txBody>
          <a:bodyPr wrap="square" rtlCol="0">
            <a:spAutoFit/>
          </a:bodyPr>
          <a:lstStyle/>
          <a:p>
            <a:pPr algn="ctr"/>
            <a:r>
              <a:rPr lang="vi-VN" sz="10000" b="1">
                <a:solidFill>
                  <a:srgbClr val="1268B3"/>
                </a:solidFill>
              </a:rPr>
              <a:t>AOI SORA </a:t>
            </a:r>
          </a:p>
          <a:p>
            <a:pPr algn="ctr"/>
            <a:r>
              <a:rPr lang="vi-VN" sz="4400" b="1">
                <a:solidFill>
                  <a:srgbClr val="1268B3"/>
                </a:solidFill>
              </a:rPr>
              <a:t>INTRODUCTION</a:t>
            </a:r>
            <a:endParaRPr lang="en-US" sz="4400" b="1">
              <a:solidFill>
                <a:srgbClr val="1268B3"/>
              </a:solidFill>
            </a:endParaRPr>
          </a:p>
        </p:txBody>
      </p:sp>
      <p:pic>
        <p:nvPicPr>
          <p:cNvPr id="4" name="Picture 3">
            <a:extLst>
              <a:ext uri="{FF2B5EF4-FFF2-40B4-BE49-F238E27FC236}">
                <a16:creationId xmlns:a16="http://schemas.microsoft.com/office/drawing/2014/main" id="{BB04072F-3230-E3F6-D3DD-F67B70695654}"/>
              </a:ext>
            </a:extLst>
          </p:cNvPr>
          <p:cNvPicPr>
            <a:picLocks noChangeAspect="1"/>
          </p:cNvPicPr>
          <p:nvPr/>
        </p:nvPicPr>
        <p:blipFill>
          <a:blip r:embed="rId2"/>
          <a:stretch>
            <a:fillRect/>
          </a:stretch>
        </p:blipFill>
        <p:spPr>
          <a:xfrm>
            <a:off x="10320415" y="144588"/>
            <a:ext cx="1713875" cy="381847"/>
          </a:xfrm>
          <a:prstGeom prst="rect">
            <a:avLst/>
          </a:prstGeom>
        </p:spPr>
      </p:pic>
    </p:spTree>
    <p:extLst>
      <p:ext uri="{BB962C8B-B14F-4D97-AF65-F5344CB8AC3E}">
        <p14:creationId xmlns:p14="http://schemas.microsoft.com/office/powerpoint/2010/main" val="3778929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7066-B106-5C18-D526-58C60BCB1DA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4218AD8-DCAB-DD04-E7C0-7E0739887B2D}"/>
              </a:ext>
            </a:extLst>
          </p:cNvPr>
          <p:cNvSpPr/>
          <p:nvPr/>
        </p:nvSpPr>
        <p:spPr>
          <a:xfrm flipV="1">
            <a:off x="184585" y="539645"/>
            <a:ext cx="10196688" cy="20316"/>
          </a:xfrm>
          <a:prstGeom prst="line">
            <a:avLst/>
          </a:prstGeom>
          <a:ln w="38100" cap="flat">
            <a:solidFill>
              <a:srgbClr val="2366B1">
                <a:alpha val="81961"/>
              </a:srgbClr>
            </a:solidFill>
            <a:prstDash val="solid"/>
            <a:headEnd type="none" w="sm" len="sm"/>
            <a:tailEnd type="none" w="sm" len="sm"/>
          </a:ln>
        </p:spPr>
        <p:txBody>
          <a:bodyPr/>
          <a:lstStyle/>
          <a:p>
            <a:endParaRPr lang="en-US"/>
          </a:p>
        </p:txBody>
      </p:sp>
      <p:sp>
        <p:nvSpPr>
          <p:cNvPr id="3" name="TextBox 2">
            <a:extLst>
              <a:ext uri="{FF2B5EF4-FFF2-40B4-BE49-F238E27FC236}">
                <a16:creationId xmlns:a16="http://schemas.microsoft.com/office/drawing/2014/main" id="{06E1CEB6-6C7C-62BD-85D1-48F4671EB5BA}"/>
              </a:ext>
            </a:extLst>
          </p:cNvPr>
          <p:cNvSpPr txBox="1"/>
          <p:nvPr/>
        </p:nvSpPr>
        <p:spPr>
          <a:xfrm>
            <a:off x="2215972" y="893576"/>
            <a:ext cx="7760055" cy="769441"/>
          </a:xfrm>
          <a:prstGeom prst="rect">
            <a:avLst/>
          </a:prstGeom>
          <a:noFill/>
        </p:spPr>
        <p:txBody>
          <a:bodyPr wrap="square" rtlCol="0">
            <a:spAutoFit/>
          </a:bodyPr>
          <a:lstStyle/>
          <a:p>
            <a:r>
              <a:rPr lang="vi-VN" sz="4400" b="1">
                <a:solidFill>
                  <a:schemeClr val="tx2">
                    <a:lumMod val="75000"/>
                  </a:schemeClr>
                </a:solidFill>
              </a:rPr>
              <a:t>THE TABLE OF CONTENT</a:t>
            </a:r>
            <a:endParaRPr lang="en-US" sz="4400" b="1">
              <a:solidFill>
                <a:schemeClr val="tx2">
                  <a:lumMod val="75000"/>
                </a:schemeClr>
              </a:solidFill>
            </a:endParaRPr>
          </a:p>
        </p:txBody>
      </p:sp>
      <p:sp>
        <p:nvSpPr>
          <p:cNvPr id="5" name="TextBox 4">
            <a:extLst>
              <a:ext uri="{FF2B5EF4-FFF2-40B4-BE49-F238E27FC236}">
                <a16:creationId xmlns:a16="http://schemas.microsoft.com/office/drawing/2014/main" id="{05516020-4090-5A4F-8A29-DBCC533813CA}"/>
              </a:ext>
            </a:extLst>
          </p:cNvPr>
          <p:cNvSpPr txBox="1"/>
          <p:nvPr/>
        </p:nvSpPr>
        <p:spPr>
          <a:xfrm>
            <a:off x="1765609" y="2040894"/>
            <a:ext cx="8487662" cy="3293209"/>
          </a:xfrm>
          <a:prstGeom prst="rect">
            <a:avLst/>
          </a:prstGeom>
          <a:noFill/>
        </p:spPr>
        <p:txBody>
          <a:bodyPr wrap="square" lIns="91440" tIns="45720" rIns="91440" bIns="45720" rtlCol="0" anchor="t">
            <a:spAutoFit/>
          </a:bodyPr>
          <a:lstStyle/>
          <a:p>
            <a:pPr marL="571500" indent="-571500">
              <a:buAutoNum type="romanUcPeriod"/>
            </a:pPr>
            <a:r>
              <a:rPr lang="vi-VN" sz="2600">
                <a:solidFill>
                  <a:schemeClr val="tx2">
                    <a:lumMod val="75000"/>
                  </a:schemeClr>
                </a:solidFill>
                <a:latin typeface="Arial"/>
                <a:ea typeface="+mn-lt"/>
                <a:cs typeface="Arial"/>
              </a:rPr>
              <a:t>TASK ASSIGNMENT MANAGEMENT BY HQ</a:t>
            </a:r>
            <a:endParaRPr lang="vi-VN" sz="2600">
              <a:solidFill>
                <a:schemeClr val="tx2">
                  <a:lumMod val="75000"/>
                </a:schemeClr>
              </a:solidFill>
              <a:latin typeface="Arial"/>
              <a:cs typeface="Arial"/>
            </a:endParaRPr>
          </a:p>
          <a:p>
            <a:pPr marL="571500" indent="-571500">
              <a:buAutoNum type="romanUcPeriod"/>
            </a:pPr>
            <a:endParaRPr lang="vi-VN" sz="2600">
              <a:solidFill>
                <a:schemeClr val="tx2">
                  <a:lumMod val="75000"/>
                </a:schemeClr>
              </a:solidFill>
              <a:latin typeface="Arial"/>
              <a:cs typeface="Arial"/>
            </a:endParaRPr>
          </a:p>
          <a:p>
            <a:pPr marL="571500" indent="-571500">
              <a:buAutoNum type="romanUcPeriod"/>
            </a:pPr>
            <a:r>
              <a:rPr lang="vi-VN" sz="2600">
                <a:solidFill>
                  <a:schemeClr val="tx2">
                    <a:lumMod val="75000"/>
                  </a:schemeClr>
                </a:solidFill>
                <a:latin typeface="Arial"/>
                <a:ea typeface="+mn-lt"/>
                <a:cs typeface="Arial"/>
              </a:rPr>
              <a:t>DWS SYSTEM</a:t>
            </a:r>
            <a:endParaRPr lang="vi-VN" sz="2600">
              <a:solidFill>
                <a:schemeClr val="tx2">
                  <a:lumMod val="75000"/>
                </a:schemeClr>
              </a:solidFill>
              <a:latin typeface="Arial"/>
              <a:cs typeface="Arial"/>
            </a:endParaRPr>
          </a:p>
          <a:p>
            <a:pPr marL="571500" indent="-571500">
              <a:buAutoNum type="romanUcPeriod"/>
            </a:pPr>
            <a:endParaRPr lang="vi-VN" sz="2600">
              <a:solidFill>
                <a:schemeClr val="tx2">
                  <a:lumMod val="75000"/>
                </a:schemeClr>
              </a:solidFill>
              <a:latin typeface="Arial"/>
              <a:cs typeface="Arial"/>
            </a:endParaRPr>
          </a:p>
          <a:p>
            <a:pPr marL="571500" indent="-571500">
              <a:buAutoNum type="romanUcPeriod"/>
            </a:pPr>
            <a:r>
              <a:rPr lang="vi-VN" sz="2600">
                <a:solidFill>
                  <a:schemeClr val="tx2">
                    <a:lumMod val="75000"/>
                  </a:schemeClr>
                </a:solidFill>
                <a:latin typeface="Arial"/>
                <a:ea typeface="+mn-lt"/>
                <a:cs typeface="Arial"/>
              </a:rPr>
              <a:t>DEVELOPMENT TIMELINE</a:t>
            </a:r>
            <a:endParaRPr lang="vi-VN" sz="2600">
              <a:solidFill>
                <a:schemeClr val="tx2">
                  <a:lumMod val="75000"/>
                </a:schemeClr>
              </a:solidFill>
              <a:latin typeface="Arial"/>
              <a:cs typeface="Arial"/>
            </a:endParaRPr>
          </a:p>
          <a:p>
            <a:pPr marL="571500" indent="-571500">
              <a:buAutoNum type="romanUcPeriod"/>
            </a:pPr>
            <a:endParaRPr lang="vi-VN" sz="2600">
              <a:solidFill>
                <a:schemeClr val="tx2">
                  <a:lumMod val="75000"/>
                </a:schemeClr>
              </a:solidFill>
              <a:latin typeface="Arial"/>
              <a:ea typeface="+mn-lt"/>
              <a:cs typeface="Arial"/>
            </a:endParaRPr>
          </a:p>
          <a:p>
            <a:pPr marL="571500" indent="-571500">
              <a:buAutoNum type="romanUcPeriod"/>
            </a:pPr>
            <a:r>
              <a:rPr lang="vi-VN" sz="2600">
                <a:solidFill>
                  <a:schemeClr val="tx2">
                    <a:lumMod val="75000"/>
                  </a:schemeClr>
                </a:solidFill>
                <a:latin typeface="Arial"/>
                <a:ea typeface="+mn-lt"/>
                <a:cs typeface="Arial"/>
              </a:rPr>
              <a:t>DEVELOPMENT COST</a:t>
            </a:r>
            <a:endParaRPr lang="vi-VN" sz="2600">
              <a:solidFill>
                <a:schemeClr val="tx2">
                  <a:lumMod val="75000"/>
                </a:schemeClr>
              </a:solidFill>
              <a:latin typeface="Arial"/>
              <a:cs typeface="Arial"/>
            </a:endParaRPr>
          </a:p>
          <a:p>
            <a:endParaRPr lang="vi-VN" sz="2600">
              <a:solidFill>
                <a:schemeClr val="tx2">
                  <a:lumMod val="75000"/>
                </a:schemeClr>
              </a:solidFill>
              <a:latin typeface="Arial"/>
              <a:cs typeface="Arial"/>
            </a:endParaRPr>
          </a:p>
        </p:txBody>
      </p:sp>
      <p:pic>
        <p:nvPicPr>
          <p:cNvPr id="6" name="Picture 5">
            <a:extLst>
              <a:ext uri="{FF2B5EF4-FFF2-40B4-BE49-F238E27FC236}">
                <a16:creationId xmlns:a16="http://schemas.microsoft.com/office/drawing/2014/main" id="{EF627C93-DF46-C81C-94D2-50A5EEDFCAE9}"/>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7" name="Slide Number Placeholder 6">
            <a:extLst>
              <a:ext uri="{FF2B5EF4-FFF2-40B4-BE49-F238E27FC236}">
                <a16:creationId xmlns:a16="http://schemas.microsoft.com/office/drawing/2014/main" id="{8CDF530F-E5FA-99AB-EE9F-8E578D718FCB}"/>
              </a:ext>
            </a:extLst>
          </p:cNvPr>
          <p:cNvSpPr>
            <a:spLocks noGrp="1"/>
          </p:cNvSpPr>
          <p:nvPr>
            <p:ph type="sldNum" sz="quarter" idx="12"/>
          </p:nvPr>
        </p:nvSpPr>
        <p:spPr>
          <a:xfrm>
            <a:off x="9351947" y="6381815"/>
            <a:ext cx="2743200" cy="365125"/>
          </a:xfrm>
        </p:spPr>
        <p:txBody>
          <a:bodyPr/>
          <a:lstStyle/>
          <a:p>
            <a:fld id="{40D408E2-9F58-4229-A8B2-E143E8FD52E1}" type="slidenum">
              <a:rPr lang="en-US" sz="2000" b="1" smtClean="0"/>
              <a:t>2</a:t>
            </a:fld>
            <a:endParaRPr lang="en-US" sz="2000" b="1"/>
          </a:p>
        </p:txBody>
      </p:sp>
    </p:spTree>
    <p:extLst>
      <p:ext uri="{BB962C8B-B14F-4D97-AF65-F5344CB8AC3E}">
        <p14:creationId xmlns:p14="http://schemas.microsoft.com/office/powerpoint/2010/main" val="2361316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F9EBB-97D6-BDD4-E0C6-D05853FC91C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16662CE-613D-2F94-CB7F-9A65579AB9BE}"/>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sp>
        <p:nvSpPr>
          <p:cNvPr id="3" name="TextBox 2">
            <a:extLst>
              <a:ext uri="{FF2B5EF4-FFF2-40B4-BE49-F238E27FC236}">
                <a16:creationId xmlns:a16="http://schemas.microsoft.com/office/drawing/2014/main" id="{E345D10D-3106-66DB-3B25-7E38D7336C95}"/>
              </a:ext>
            </a:extLst>
          </p:cNvPr>
          <p:cNvSpPr txBox="1"/>
          <p:nvPr/>
        </p:nvSpPr>
        <p:spPr>
          <a:xfrm>
            <a:off x="184584" y="16706"/>
            <a:ext cx="7943376" cy="492443"/>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p>
        </p:txBody>
      </p:sp>
      <p:sp>
        <p:nvSpPr>
          <p:cNvPr id="4" name="TextBox 3">
            <a:extLst>
              <a:ext uri="{FF2B5EF4-FFF2-40B4-BE49-F238E27FC236}">
                <a16:creationId xmlns:a16="http://schemas.microsoft.com/office/drawing/2014/main" id="{2C05AC50-7CBB-C98E-6713-239D94FBC95F}"/>
              </a:ext>
            </a:extLst>
          </p:cNvPr>
          <p:cNvSpPr txBox="1"/>
          <p:nvPr/>
        </p:nvSpPr>
        <p:spPr>
          <a:xfrm>
            <a:off x="411935" y="569625"/>
            <a:ext cx="7205567" cy="492443"/>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1. </a:t>
            </a:r>
            <a:r>
              <a:rPr lang="vi-VN" sz="2500" b="1" err="1">
                <a:solidFill>
                  <a:schemeClr val="tx2">
                    <a:lumMod val="75000"/>
                  </a:schemeClr>
                </a:solidFill>
                <a:latin typeface="Arial"/>
                <a:ea typeface="+mn-lt"/>
                <a:cs typeface="Arial"/>
              </a:rPr>
              <a:t>Problem</a:t>
            </a:r>
            <a:r>
              <a:rPr lang="vi-VN" sz="2500" b="1">
                <a:solidFill>
                  <a:schemeClr val="tx2">
                    <a:lumMod val="75000"/>
                  </a:schemeClr>
                </a:solidFill>
                <a:latin typeface="Arial"/>
                <a:ea typeface="+mn-lt"/>
                <a:cs typeface="Arial"/>
              </a:rPr>
              <a:t> </a:t>
            </a:r>
            <a:r>
              <a:rPr lang="vi-VN" sz="2500" b="1" err="1">
                <a:solidFill>
                  <a:schemeClr val="tx2">
                    <a:lumMod val="75000"/>
                  </a:schemeClr>
                </a:solidFill>
                <a:latin typeface="Arial"/>
                <a:ea typeface="+mn-lt"/>
                <a:cs typeface="Arial"/>
              </a:rPr>
              <a:t>Analysis</a:t>
            </a:r>
            <a:r>
              <a:rPr lang="vi-VN" sz="2500">
                <a:solidFill>
                  <a:schemeClr val="tx2">
                    <a:lumMod val="75000"/>
                  </a:schemeClr>
                </a:solidFill>
                <a:latin typeface="Arial"/>
                <a:ea typeface="+mn-lt"/>
                <a:cs typeface="Arial"/>
              </a:rPr>
              <a:t> </a:t>
            </a:r>
            <a:endParaRPr lang="en-US" sz="2500" b="1">
              <a:solidFill>
                <a:schemeClr val="tx2">
                  <a:lumMod val="75000"/>
                </a:schemeClr>
              </a:solidFill>
              <a:latin typeface="Arial"/>
              <a:cs typeface="Arial"/>
            </a:endParaRPr>
          </a:p>
        </p:txBody>
      </p:sp>
      <p:sp>
        <p:nvSpPr>
          <p:cNvPr id="6" name="Rectangle 5">
            <a:extLst>
              <a:ext uri="{FF2B5EF4-FFF2-40B4-BE49-F238E27FC236}">
                <a16:creationId xmlns:a16="http://schemas.microsoft.com/office/drawing/2014/main" id="{D6920457-4DFD-82D9-61F3-579D5D91214F}"/>
              </a:ext>
            </a:extLst>
          </p:cNvPr>
          <p:cNvSpPr/>
          <p:nvPr/>
        </p:nvSpPr>
        <p:spPr>
          <a:xfrm>
            <a:off x="664268" y="1349115"/>
            <a:ext cx="5081666" cy="1522343"/>
          </a:xfrm>
          <a:prstGeom prst="rect">
            <a:avLst/>
          </a:prstGeom>
          <a:noFill/>
          <a:ln w="38100">
            <a:solidFill>
              <a:schemeClr val="accent1">
                <a:shade val="15000"/>
                <a:alpha val="8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9DF5937-7E59-BED6-DB07-A4005B8B540F}"/>
              </a:ext>
            </a:extLst>
          </p:cNvPr>
          <p:cNvSpPr/>
          <p:nvPr/>
        </p:nvSpPr>
        <p:spPr>
          <a:xfrm>
            <a:off x="664268" y="5101627"/>
            <a:ext cx="10863464" cy="1324947"/>
          </a:xfrm>
          <a:prstGeom prst="rect">
            <a:avLst/>
          </a:prstGeom>
          <a:solidFill>
            <a:schemeClr val="tx2">
              <a:lumMod val="10000"/>
              <a:lumOff val="90000"/>
            </a:schemeClr>
          </a:solidFill>
          <a:ln>
            <a:solidFill>
              <a:schemeClr val="accent1">
                <a:shade val="15000"/>
                <a:alpha val="87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2000" b="1" dirty="0" err="1">
                <a:solidFill>
                  <a:schemeClr val="bg2">
                    <a:lumMod val="10000"/>
                  </a:schemeClr>
                </a:solidFill>
                <a:latin typeface="Arial"/>
                <a:ea typeface="+mn-lt"/>
                <a:cs typeface="Arial"/>
              </a:rPr>
              <a:t>Goal</a:t>
            </a:r>
            <a:r>
              <a:rPr lang="vi-VN" sz="2000" b="1" dirty="0">
                <a:solidFill>
                  <a:schemeClr val="bg2">
                    <a:lumMod val="10000"/>
                  </a:schemeClr>
                </a:solidFill>
                <a:latin typeface="Arial"/>
                <a:ea typeface="+mn-lt"/>
                <a:cs typeface="Arial"/>
              </a:rPr>
              <a:t>: To </a:t>
            </a:r>
            <a:r>
              <a:rPr lang="vi-VN" sz="2000" b="1" dirty="0" err="1">
                <a:solidFill>
                  <a:schemeClr val="bg2">
                    <a:lumMod val="10000"/>
                  </a:schemeClr>
                </a:solidFill>
                <a:latin typeface="Arial"/>
                <a:ea typeface="+mn-lt"/>
                <a:cs typeface="Arial"/>
              </a:rPr>
              <a:t>create</a:t>
            </a:r>
            <a:r>
              <a:rPr lang="vi-VN" sz="2000" b="1" dirty="0">
                <a:solidFill>
                  <a:schemeClr val="bg2">
                    <a:lumMod val="10000"/>
                  </a:schemeClr>
                </a:solidFill>
                <a:latin typeface="Arial"/>
                <a:ea typeface="+mn-lt"/>
                <a:cs typeface="Arial"/>
              </a:rPr>
              <a:t> a </a:t>
            </a:r>
            <a:r>
              <a:rPr lang="vi-VN" sz="2000" b="1" dirty="0" err="1">
                <a:solidFill>
                  <a:schemeClr val="bg2">
                    <a:lumMod val="10000"/>
                  </a:schemeClr>
                </a:solidFill>
                <a:latin typeface="Arial"/>
                <a:ea typeface="+mn-lt"/>
                <a:cs typeface="Arial"/>
              </a:rPr>
              <a:t>system</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that</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allows</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clear</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visualization</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and</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effective</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management</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of</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tasks</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assigned</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between</a:t>
            </a:r>
            <a:r>
              <a:rPr lang="vi-VN" sz="2000" b="1" dirty="0">
                <a:solidFill>
                  <a:schemeClr val="bg2">
                    <a:lumMod val="10000"/>
                  </a:schemeClr>
                </a:solidFill>
                <a:latin typeface="Arial"/>
                <a:ea typeface="+mn-lt"/>
                <a:cs typeface="Arial"/>
              </a:rPr>
              <a:t> the HQ </a:t>
            </a:r>
            <a:r>
              <a:rPr lang="vi-VN" sz="2000" b="1" dirty="0" err="1">
                <a:solidFill>
                  <a:schemeClr val="bg2">
                    <a:lumMod val="10000"/>
                  </a:schemeClr>
                </a:solidFill>
                <a:latin typeface="Arial"/>
                <a:ea typeface="+mn-lt"/>
                <a:cs typeface="Arial"/>
              </a:rPr>
              <a:t>and</a:t>
            </a:r>
            <a:r>
              <a:rPr lang="vi-VN" sz="2000" b="1" dirty="0">
                <a:solidFill>
                  <a:schemeClr val="bg2">
                    <a:lumMod val="10000"/>
                  </a:schemeClr>
                </a:solidFill>
                <a:latin typeface="Arial"/>
                <a:ea typeface="+mn-lt"/>
                <a:cs typeface="Arial"/>
              </a:rPr>
              <a:t> </a:t>
            </a:r>
            <a:r>
              <a:rPr lang="vi-VN" sz="2000" b="1" dirty="0" err="1">
                <a:solidFill>
                  <a:schemeClr val="bg2">
                    <a:lumMod val="10000"/>
                  </a:schemeClr>
                </a:solidFill>
                <a:latin typeface="Arial"/>
                <a:ea typeface="+mn-lt"/>
                <a:cs typeface="Arial"/>
              </a:rPr>
              <a:t>stores</a:t>
            </a:r>
            <a:r>
              <a:rPr lang="vi-VN" sz="2000" b="1" dirty="0">
                <a:solidFill>
                  <a:schemeClr val="bg2">
                    <a:lumMod val="10000"/>
                  </a:schemeClr>
                </a:solidFill>
                <a:latin typeface="Arial"/>
                <a:ea typeface="+mn-lt"/>
                <a:cs typeface="Arial"/>
              </a:rPr>
              <a:t>.</a:t>
            </a:r>
            <a:endParaRPr lang="vi-VN" sz="2000" b="1" dirty="0">
              <a:solidFill>
                <a:schemeClr val="bg2">
                  <a:lumMod val="10000"/>
                </a:schemeClr>
              </a:solidFill>
              <a:latin typeface="Arial"/>
              <a:cs typeface="Arial"/>
            </a:endParaRPr>
          </a:p>
        </p:txBody>
      </p:sp>
      <p:sp>
        <p:nvSpPr>
          <p:cNvPr id="5" name="Rectangle 4">
            <a:extLst>
              <a:ext uri="{FF2B5EF4-FFF2-40B4-BE49-F238E27FC236}">
                <a16:creationId xmlns:a16="http://schemas.microsoft.com/office/drawing/2014/main" id="{B4E25D48-F438-3435-2F15-DAFAD08BD164}"/>
              </a:ext>
            </a:extLst>
          </p:cNvPr>
          <p:cNvSpPr/>
          <p:nvPr/>
        </p:nvSpPr>
        <p:spPr>
          <a:xfrm>
            <a:off x="6385809" y="1349115"/>
            <a:ext cx="5081666" cy="1522343"/>
          </a:xfrm>
          <a:prstGeom prst="rect">
            <a:avLst/>
          </a:prstGeom>
          <a:noFill/>
          <a:ln w="38100">
            <a:solidFill>
              <a:schemeClr val="accent1">
                <a:shade val="15000"/>
                <a:alpha val="8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2CC1E1-6367-C57A-63DF-55571281A0F9}"/>
              </a:ext>
            </a:extLst>
          </p:cNvPr>
          <p:cNvSpPr/>
          <p:nvPr/>
        </p:nvSpPr>
        <p:spPr>
          <a:xfrm>
            <a:off x="664268" y="3225371"/>
            <a:ext cx="5081666" cy="1522343"/>
          </a:xfrm>
          <a:prstGeom prst="rect">
            <a:avLst/>
          </a:prstGeom>
          <a:noFill/>
          <a:ln w="38100">
            <a:solidFill>
              <a:schemeClr val="accent1">
                <a:shade val="15000"/>
                <a:alpha val="8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F46EB71-BF5D-D005-3057-DD3E26F68115}"/>
              </a:ext>
            </a:extLst>
          </p:cNvPr>
          <p:cNvSpPr/>
          <p:nvPr/>
        </p:nvSpPr>
        <p:spPr>
          <a:xfrm>
            <a:off x="6446066" y="3225371"/>
            <a:ext cx="5081666" cy="1522343"/>
          </a:xfrm>
          <a:prstGeom prst="rect">
            <a:avLst/>
          </a:prstGeom>
          <a:noFill/>
          <a:ln w="38100">
            <a:solidFill>
              <a:schemeClr val="accent1">
                <a:shade val="15000"/>
                <a:alpha val="8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8618504-C801-2D69-D74C-97BD7FC3103F}"/>
              </a:ext>
            </a:extLst>
          </p:cNvPr>
          <p:cNvSpPr txBox="1"/>
          <p:nvPr/>
        </p:nvSpPr>
        <p:spPr>
          <a:xfrm>
            <a:off x="904725" y="1507066"/>
            <a:ext cx="4610704" cy="1200329"/>
          </a:xfrm>
          <a:prstGeom prst="rect">
            <a:avLst/>
          </a:prstGeom>
          <a:noFill/>
        </p:spPr>
        <p:txBody>
          <a:bodyPr wrap="square" lIns="91440" tIns="45720" rIns="91440" bIns="45720" rtlCol="0" anchor="t">
            <a:spAutoFit/>
          </a:bodyPr>
          <a:lstStyle/>
          <a:p>
            <a:r>
              <a:rPr lang="vi-VN" dirty="0">
                <a:latin typeface="Arial"/>
                <a:ea typeface="+mn-lt"/>
                <a:cs typeface="Arial"/>
              </a:rPr>
              <a:t>The </a:t>
            </a:r>
            <a:r>
              <a:rPr lang="vi-VN" dirty="0" err="1">
                <a:latin typeface="Arial"/>
                <a:ea typeface="+mn-lt"/>
                <a:cs typeface="Arial"/>
              </a:rPr>
              <a:t>team</a:t>
            </a:r>
            <a:r>
              <a:rPr lang="vi-VN" dirty="0">
                <a:latin typeface="Arial"/>
                <a:ea typeface="+mn-lt"/>
                <a:cs typeface="Arial"/>
              </a:rPr>
              <a:t> </a:t>
            </a:r>
            <a:r>
              <a:rPr lang="vi-VN" dirty="0" err="1">
                <a:latin typeface="Arial"/>
                <a:ea typeface="+mn-lt"/>
                <a:cs typeface="Arial"/>
              </a:rPr>
              <a:t>from</a:t>
            </a:r>
            <a:r>
              <a:rPr lang="vi-VN" dirty="0">
                <a:latin typeface="Arial"/>
                <a:ea typeface="+mn-lt"/>
                <a:cs typeface="Arial"/>
              </a:rPr>
              <a:t> the HQ </a:t>
            </a:r>
            <a:r>
              <a:rPr lang="vi-VN" dirty="0" err="1">
                <a:latin typeface="Arial"/>
                <a:ea typeface="+mn-lt"/>
                <a:cs typeface="Arial"/>
              </a:rPr>
              <a:t>uses</a:t>
            </a:r>
            <a:r>
              <a:rPr lang="vi-VN" dirty="0">
                <a:latin typeface="Arial"/>
                <a:ea typeface="+mn-lt"/>
                <a:cs typeface="Arial"/>
              </a:rPr>
              <a:t> </a:t>
            </a:r>
            <a:r>
              <a:rPr lang="vi-VN" dirty="0" err="1">
                <a:latin typeface="Arial"/>
                <a:ea typeface="+mn-lt"/>
                <a:cs typeface="Arial"/>
              </a:rPr>
              <a:t>various</a:t>
            </a:r>
            <a:r>
              <a:rPr lang="vi-VN" dirty="0">
                <a:latin typeface="Arial"/>
                <a:ea typeface="+mn-lt"/>
                <a:cs typeface="Arial"/>
              </a:rPr>
              <a:t> </a:t>
            </a:r>
            <a:r>
              <a:rPr lang="vi-VN" dirty="0" err="1">
                <a:latin typeface="Arial"/>
                <a:ea typeface="+mn-lt"/>
                <a:cs typeface="Arial"/>
              </a:rPr>
              <a:t>tools</a:t>
            </a:r>
            <a:r>
              <a:rPr lang="vi-VN" dirty="0">
                <a:latin typeface="Arial"/>
                <a:ea typeface="+mn-lt"/>
                <a:cs typeface="Arial"/>
              </a:rPr>
              <a:t> </a:t>
            </a:r>
            <a:r>
              <a:rPr lang="vi-VN" dirty="0" err="1">
                <a:latin typeface="Arial"/>
                <a:ea typeface="+mn-lt"/>
                <a:cs typeface="Arial"/>
              </a:rPr>
              <a:t>such</a:t>
            </a:r>
            <a:r>
              <a:rPr lang="vi-VN" dirty="0">
                <a:latin typeface="Arial"/>
                <a:ea typeface="+mn-lt"/>
                <a:cs typeface="Arial"/>
              </a:rPr>
              <a:t> </a:t>
            </a:r>
            <a:r>
              <a:rPr lang="vi-VN" dirty="0" err="1">
                <a:latin typeface="Arial"/>
                <a:ea typeface="+mn-lt"/>
                <a:cs typeface="Arial"/>
              </a:rPr>
              <a:t>as</a:t>
            </a:r>
            <a:r>
              <a:rPr lang="vi-VN" dirty="0">
                <a:latin typeface="Arial"/>
                <a:ea typeface="+mn-lt"/>
                <a:cs typeface="Arial"/>
              </a:rPr>
              <a:t> </a:t>
            </a:r>
            <a:r>
              <a:rPr lang="vi-VN" dirty="0" err="1">
                <a:latin typeface="Arial"/>
                <a:ea typeface="+mn-lt"/>
                <a:cs typeface="Arial"/>
              </a:rPr>
              <a:t>Zalo</a:t>
            </a:r>
            <a:r>
              <a:rPr lang="vi-VN" dirty="0">
                <a:latin typeface="Arial"/>
                <a:ea typeface="+mn-lt"/>
                <a:cs typeface="Arial"/>
              </a:rPr>
              <a:t>, </a:t>
            </a:r>
            <a:r>
              <a:rPr lang="vi-VN" dirty="0" err="1">
                <a:latin typeface="Arial"/>
                <a:ea typeface="+mn-lt"/>
                <a:cs typeface="Arial"/>
              </a:rPr>
              <a:t>text</a:t>
            </a:r>
            <a:r>
              <a:rPr lang="vi-VN" dirty="0">
                <a:latin typeface="Arial"/>
                <a:ea typeface="+mn-lt"/>
                <a:cs typeface="Arial"/>
              </a:rPr>
              <a:t> </a:t>
            </a:r>
            <a:r>
              <a:rPr lang="vi-VN" dirty="0" err="1">
                <a:latin typeface="Arial"/>
                <a:ea typeface="+mn-lt"/>
                <a:cs typeface="Arial"/>
              </a:rPr>
              <a:t>messages</a:t>
            </a:r>
            <a:r>
              <a:rPr lang="vi-VN" dirty="0">
                <a:latin typeface="Arial"/>
                <a:ea typeface="+mn-lt"/>
                <a:cs typeface="Arial"/>
              </a:rPr>
              <a:t>, </a:t>
            </a:r>
            <a:r>
              <a:rPr lang="vi-VN" dirty="0" err="1">
                <a:latin typeface="Arial"/>
                <a:ea typeface="+mn-lt"/>
                <a:cs typeface="Arial"/>
              </a:rPr>
              <a:t>and</a:t>
            </a:r>
            <a:r>
              <a:rPr lang="vi-VN" dirty="0">
                <a:latin typeface="Arial"/>
                <a:ea typeface="+mn-lt"/>
                <a:cs typeface="Arial"/>
              </a:rPr>
              <a:t> </a:t>
            </a:r>
            <a:r>
              <a:rPr lang="vi-VN" dirty="0" err="1">
                <a:latin typeface="Arial"/>
                <a:ea typeface="+mn-lt"/>
                <a:cs typeface="Arial"/>
              </a:rPr>
              <a:t>others</a:t>
            </a:r>
            <a:r>
              <a:rPr lang="vi-VN" dirty="0">
                <a:latin typeface="Arial"/>
                <a:ea typeface="+mn-lt"/>
                <a:cs typeface="Arial"/>
              </a:rPr>
              <a:t> to </a:t>
            </a:r>
            <a:r>
              <a:rPr lang="vi-VN" dirty="0" err="1">
                <a:latin typeface="Arial"/>
                <a:ea typeface="+mn-lt"/>
                <a:cs typeface="Arial"/>
              </a:rPr>
              <a:t>assign</a:t>
            </a:r>
            <a:r>
              <a:rPr lang="vi-VN" dirty="0">
                <a:latin typeface="Arial"/>
                <a:ea typeface="+mn-lt"/>
                <a:cs typeface="Arial"/>
              </a:rPr>
              <a:t> </a:t>
            </a:r>
            <a:r>
              <a:rPr lang="vi-VN" dirty="0" err="1">
                <a:latin typeface="Arial"/>
                <a:ea typeface="+mn-lt"/>
                <a:cs typeface="Arial"/>
              </a:rPr>
              <a:t>tasks</a:t>
            </a:r>
            <a:r>
              <a:rPr lang="vi-VN" dirty="0">
                <a:latin typeface="Arial"/>
                <a:ea typeface="+mn-lt"/>
                <a:cs typeface="Arial"/>
              </a:rPr>
              <a:t>, </a:t>
            </a:r>
            <a:r>
              <a:rPr lang="vi-VN" dirty="0" err="1">
                <a:latin typeface="Arial"/>
                <a:ea typeface="+mn-lt"/>
                <a:cs typeface="Arial"/>
              </a:rPr>
              <a:t>which</a:t>
            </a:r>
            <a:r>
              <a:rPr lang="vi-VN" dirty="0">
                <a:latin typeface="Arial"/>
                <a:ea typeface="+mn-lt"/>
                <a:cs typeface="Arial"/>
              </a:rPr>
              <a:t> </a:t>
            </a:r>
            <a:r>
              <a:rPr lang="vi-VN" dirty="0" err="1">
                <a:latin typeface="Arial"/>
                <a:ea typeface="+mn-lt"/>
                <a:cs typeface="Arial"/>
              </a:rPr>
              <a:t>leads</a:t>
            </a:r>
            <a:r>
              <a:rPr lang="vi-VN" dirty="0">
                <a:latin typeface="Arial"/>
                <a:ea typeface="+mn-lt"/>
                <a:cs typeface="Arial"/>
              </a:rPr>
              <a:t> to a </a:t>
            </a:r>
            <a:r>
              <a:rPr lang="vi-VN" dirty="0" err="1">
                <a:latin typeface="Arial"/>
                <a:ea typeface="+mn-lt"/>
                <a:cs typeface="Arial"/>
              </a:rPr>
              <a:t>lack</a:t>
            </a:r>
            <a:r>
              <a:rPr lang="vi-VN" dirty="0">
                <a:latin typeface="Arial"/>
                <a:ea typeface="+mn-lt"/>
                <a:cs typeface="Arial"/>
              </a:rPr>
              <a:t> </a:t>
            </a:r>
            <a:r>
              <a:rPr lang="vi-VN" dirty="0" err="1">
                <a:latin typeface="Arial"/>
                <a:ea typeface="+mn-lt"/>
                <a:cs typeface="Arial"/>
              </a:rPr>
              <a:t>of</a:t>
            </a:r>
            <a:r>
              <a:rPr lang="vi-VN" dirty="0">
                <a:latin typeface="Arial"/>
                <a:ea typeface="+mn-lt"/>
                <a:cs typeface="Arial"/>
              </a:rPr>
              <a:t> </a:t>
            </a:r>
            <a:r>
              <a:rPr lang="vi-VN" dirty="0" err="1">
                <a:latin typeface="Arial"/>
                <a:ea typeface="+mn-lt"/>
                <a:cs typeface="Arial"/>
              </a:rPr>
              <a:t>standardization</a:t>
            </a:r>
            <a:r>
              <a:rPr lang="vi-VN" dirty="0">
                <a:latin typeface="Arial"/>
                <a:ea typeface="+mn-lt"/>
                <a:cs typeface="Arial"/>
              </a:rPr>
              <a:t> </a:t>
            </a:r>
            <a:r>
              <a:rPr lang="vi-VN" dirty="0" err="1">
                <a:latin typeface="Arial"/>
                <a:ea typeface="+mn-lt"/>
                <a:cs typeface="Arial"/>
              </a:rPr>
              <a:t>and</a:t>
            </a:r>
            <a:r>
              <a:rPr lang="vi-VN" dirty="0">
                <a:latin typeface="Arial"/>
                <a:ea typeface="+mn-lt"/>
                <a:cs typeface="Arial"/>
              </a:rPr>
              <a:t> </a:t>
            </a:r>
            <a:r>
              <a:rPr lang="vi-VN" dirty="0" err="1">
                <a:latin typeface="Arial"/>
                <a:ea typeface="+mn-lt"/>
                <a:cs typeface="Arial"/>
              </a:rPr>
              <a:t>professionalism</a:t>
            </a:r>
            <a:r>
              <a:rPr lang="vi-VN" dirty="0">
                <a:latin typeface="Arial"/>
                <a:ea typeface="+mn-lt"/>
                <a:cs typeface="Arial"/>
              </a:rPr>
              <a:t>.</a:t>
            </a:r>
            <a:endParaRPr lang="vi-VN" dirty="0">
              <a:latin typeface="Arial"/>
              <a:cs typeface="Arial"/>
            </a:endParaRPr>
          </a:p>
        </p:txBody>
      </p:sp>
      <p:sp>
        <p:nvSpPr>
          <p:cNvPr id="14" name="TextBox 13">
            <a:extLst>
              <a:ext uri="{FF2B5EF4-FFF2-40B4-BE49-F238E27FC236}">
                <a16:creationId xmlns:a16="http://schemas.microsoft.com/office/drawing/2014/main" id="{170BA88A-7D7B-6F66-E069-526CEBC5E9FD}"/>
              </a:ext>
            </a:extLst>
          </p:cNvPr>
          <p:cNvSpPr txBox="1"/>
          <p:nvPr/>
        </p:nvSpPr>
        <p:spPr>
          <a:xfrm>
            <a:off x="7003499" y="1715741"/>
            <a:ext cx="3846285" cy="646331"/>
          </a:xfrm>
          <a:prstGeom prst="rect">
            <a:avLst/>
          </a:prstGeom>
          <a:noFill/>
        </p:spPr>
        <p:txBody>
          <a:bodyPr wrap="square" lIns="91440" tIns="45720" rIns="91440" bIns="45720" rtlCol="0" anchor="t">
            <a:spAutoFit/>
          </a:bodyPr>
          <a:lstStyle/>
          <a:p>
            <a:r>
              <a:rPr lang="vi-VN" dirty="0" err="1">
                <a:latin typeface="Arial"/>
                <a:ea typeface="+mn-lt"/>
                <a:cs typeface="Arial"/>
              </a:rPr>
              <a:t>Lack</a:t>
            </a:r>
            <a:r>
              <a:rPr lang="vi-VN" dirty="0">
                <a:latin typeface="Arial"/>
                <a:ea typeface="+mn-lt"/>
                <a:cs typeface="Arial"/>
              </a:rPr>
              <a:t> </a:t>
            </a:r>
            <a:r>
              <a:rPr lang="vi-VN" dirty="0" err="1">
                <a:latin typeface="Arial"/>
                <a:ea typeface="+mn-lt"/>
                <a:cs typeface="Arial"/>
              </a:rPr>
              <a:t>of</a:t>
            </a:r>
            <a:r>
              <a:rPr lang="vi-VN" dirty="0">
                <a:latin typeface="Arial"/>
                <a:ea typeface="+mn-lt"/>
                <a:cs typeface="Arial"/>
              </a:rPr>
              <a:t> </a:t>
            </a:r>
            <a:r>
              <a:rPr lang="vi-VN" dirty="0" err="1">
                <a:latin typeface="Arial"/>
                <a:ea typeface="+mn-lt"/>
                <a:cs typeface="Arial"/>
              </a:rPr>
              <a:t>control</a:t>
            </a:r>
            <a:r>
              <a:rPr lang="vi-VN" dirty="0">
                <a:latin typeface="Arial"/>
                <a:ea typeface="+mn-lt"/>
                <a:cs typeface="Arial"/>
              </a:rPr>
              <a:t> </a:t>
            </a:r>
            <a:r>
              <a:rPr lang="vi-VN" dirty="0" err="1">
                <a:latin typeface="Arial"/>
                <a:ea typeface="+mn-lt"/>
                <a:cs typeface="Arial"/>
              </a:rPr>
              <a:t>over</a:t>
            </a:r>
            <a:r>
              <a:rPr lang="vi-VN" dirty="0">
                <a:latin typeface="Arial"/>
                <a:ea typeface="+mn-lt"/>
                <a:cs typeface="Arial"/>
              </a:rPr>
              <a:t> </a:t>
            </a:r>
            <a:r>
              <a:rPr lang="vi-VN" dirty="0" err="1">
                <a:latin typeface="Arial"/>
                <a:ea typeface="+mn-lt"/>
                <a:cs typeface="Arial"/>
              </a:rPr>
              <a:t>store</a:t>
            </a:r>
            <a:r>
              <a:rPr lang="vi-VN" dirty="0">
                <a:latin typeface="Arial"/>
                <a:ea typeface="+mn-lt"/>
                <a:cs typeface="Arial"/>
              </a:rPr>
              <a:t> </a:t>
            </a:r>
            <a:r>
              <a:rPr lang="vi-VN" dirty="0" err="1">
                <a:latin typeface="Arial"/>
                <a:ea typeface="+mn-lt"/>
                <a:cs typeface="Arial"/>
              </a:rPr>
              <a:t>content</a:t>
            </a:r>
            <a:r>
              <a:rPr lang="vi-VN" dirty="0">
                <a:latin typeface="Arial"/>
                <a:ea typeface="+mn-lt"/>
                <a:cs typeface="Arial"/>
              </a:rPr>
              <a:t> </a:t>
            </a:r>
            <a:r>
              <a:rPr lang="vi-VN" dirty="0" err="1">
                <a:latin typeface="Arial"/>
                <a:ea typeface="+mn-lt"/>
                <a:cs typeface="Arial"/>
              </a:rPr>
              <a:t>after</a:t>
            </a:r>
            <a:r>
              <a:rPr lang="vi-VN" dirty="0">
                <a:latin typeface="Arial"/>
                <a:ea typeface="+mn-lt"/>
                <a:cs typeface="Arial"/>
              </a:rPr>
              <a:t> </a:t>
            </a:r>
            <a:r>
              <a:rPr lang="vi-VN" dirty="0" err="1">
                <a:latin typeface="Arial"/>
                <a:ea typeface="+mn-lt"/>
                <a:cs typeface="Arial"/>
              </a:rPr>
              <a:t>task</a:t>
            </a:r>
            <a:r>
              <a:rPr lang="vi-VN" dirty="0">
                <a:latin typeface="Arial"/>
                <a:ea typeface="+mn-lt"/>
                <a:cs typeface="Arial"/>
              </a:rPr>
              <a:t> </a:t>
            </a:r>
            <a:r>
              <a:rPr lang="vi-VN" dirty="0" err="1">
                <a:latin typeface="Arial"/>
                <a:ea typeface="+mn-lt"/>
                <a:cs typeface="Arial"/>
              </a:rPr>
              <a:t>assignment</a:t>
            </a:r>
            <a:r>
              <a:rPr lang="vi-VN" dirty="0">
                <a:latin typeface="Arial"/>
                <a:ea typeface="+mn-lt"/>
                <a:cs typeface="Arial"/>
              </a:rPr>
              <a:t>.</a:t>
            </a:r>
            <a:endParaRPr lang="vi-VN" dirty="0">
              <a:latin typeface="Arial"/>
              <a:cs typeface="Arial"/>
            </a:endParaRPr>
          </a:p>
        </p:txBody>
      </p:sp>
      <p:sp>
        <p:nvSpPr>
          <p:cNvPr id="15" name="TextBox 14">
            <a:extLst>
              <a:ext uri="{FF2B5EF4-FFF2-40B4-BE49-F238E27FC236}">
                <a16:creationId xmlns:a16="http://schemas.microsoft.com/office/drawing/2014/main" id="{31785557-4932-4CEA-695A-1AB383EC91AE}"/>
              </a:ext>
            </a:extLst>
          </p:cNvPr>
          <p:cNvSpPr txBox="1"/>
          <p:nvPr/>
        </p:nvSpPr>
        <p:spPr>
          <a:xfrm>
            <a:off x="958299" y="3524877"/>
            <a:ext cx="3846285" cy="923330"/>
          </a:xfrm>
          <a:prstGeom prst="rect">
            <a:avLst/>
          </a:prstGeom>
          <a:noFill/>
        </p:spPr>
        <p:txBody>
          <a:bodyPr wrap="square" lIns="91440" tIns="45720" rIns="91440" bIns="45720" rtlCol="0" anchor="t">
            <a:spAutoFit/>
          </a:bodyPr>
          <a:lstStyle/>
          <a:p>
            <a:r>
              <a:rPr lang="vi-VN" dirty="0" err="1">
                <a:ea typeface="+mn-lt"/>
                <a:cs typeface="+mn-lt"/>
              </a:rPr>
              <a:t>Tasks</a:t>
            </a:r>
            <a:r>
              <a:rPr lang="vi-VN" dirty="0">
                <a:ea typeface="+mn-lt"/>
                <a:cs typeface="+mn-lt"/>
              </a:rPr>
              <a:t> </a:t>
            </a:r>
            <a:r>
              <a:rPr lang="vi-VN" dirty="0" err="1">
                <a:ea typeface="+mn-lt"/>
                <a:cs typeface="+mn-lt"/>
              </a:rPr>
              <a:t>are</a:t>
            </a:r>
            <a:r>
              <a:rPr lang="vi-VN" dirty="0">
                <a:ea typeface="+mn-lt"/>
                <a:cs typeface="+mn-lt"/>
              </a:rPr>
              <a:t> </a:t>
            </a:r>
            <a:r>
              <a:rPr lang="vi-VN" dirty="0" err="1">
                <a:ea typeface="+mn-lt"/>
                <a:cs typeface="+mn-lt"/>
              </a:rPr>
              <a:t>compiled</a:t>
            </a:r>
            <a:r>
              <a:rPr lang="vi-VN" dirty="0">
                <a:ea typeface="+mn-lt"/>
                <a:cs typeface="+mn-lt"/>
              </a:rPr>
              <a:t> </a:t>
            </a:r>
            <a:r>
              <a:rPr lang="vi-VN" dirty="0" err="1">
                <a:ea typeface="+mn-lt"/>
                <a:cs typeface="+mn-lt"/>
              </a:rPr>
              <a:t>and</a:t>
            </a:r>
            <a:r>
              <a:rPr lang="vi-VN" dirty="0">
                <a:ea typeface="+mn-lt"/>
                <a:cs typeface="+mn-lt"/>
              </a:rPr>
              <a:t> </a:t>
            </a:r>
            <a:r>
              <a:rPr lang="vi-VN" dirty="0" err="1">
                <a:ea typeface="+mn-lt"/>
                <a:cs typeface="+mn-lt"/>
              </a:rPr>
              <a:t>assigned</a:t>
            </a:r>
            <a:r>
              <a:rPr lang="vi-VN" dirty="0">
                <a:ea typeface="+mn-lt"/>
                <a:cs typeface="+mn-lt"/>
              </a:rPr>
              <a:t> </a:t>
            </a:r>
            <a:r>
              <a:rPr lang="vi-VN" dirty="0" err="1">
                <a:ea typeface="+mn-lt"/>
                <a:cs typeface="+mn-lt"/>
              </a:rPr>
              <a:t>on</a:t>
            </a:r>
            <a:r>
              <a:rPr lang="vi-VN" dirty="0">
                <a:ea typeface="+mn-lt"/>
                <a:cs typeface="+mn-lt"/>
              </a:rPr>
              <a:t> </a:t>
            </a:r>
            <a:r>
              <a:rPr lang="vi-VN" dirty="0" err="1">
                <a:ea typeface="+mn-lt"/>
                <a:cs typeface="+mn-lt"/>
              </a:rPr>
              <a:t>paper</a:t>
            </a:r>
            <a:r>
              <a:rPr lang="vi-VN" dirty="0">
                <a:ea typeface="+mn-lt"/>
                <a:cs typeface="+mn-lt"/>
              </a:rPr>
              <a:t>, </a:t>
            </a:r>
            <a:r>
              <a:rPr lang="vi-VN" dirty="0" err="1">
                <a:ea typeface="+mn-lt"/>
                <a:cs typeface="+mn-lt"/>
              </a:rPr>
              <a:t>which</a:t>
            </a:r>
            <a:r>
              <a:rPr lang="vi-VN" dirty="0">
                <a:ea typeface="+mn-lt"/>
                <a:cs typeface="+mn-lt"/>
              </a:rPr>
              <a:t> </a:t>
            </a:r>
            <a:r>
              <a:rPr lang="vi-VN" dirty="0" err="1">
                <a:ea typeface="+mn-lt"/>
                <a:cs typeface="+mn-lt"/>
              </a:rPr>
              <a:t>makes</a:t>
            </a:r>
            <a:r>
              <a:rPr lang="vi-VN" dirty="0">
                <a:ea typeface="+mn-lt"/>
                <a:cs typeface="+mn-lt"/>
              </a:rPr>
              <a:t> </a:t>
            </a:r>
            <a:r>
              <a:rPr lang="vi-VN" dirty="0" err="1">
                <a:ea typeface="+mn-lt"/>
                <a:cs typeface="+mn-lt"/>
              </a:rPr>
              <a:t>distribution</a:t>
            </a:r>
            <a:r>
              <a:rPr lang="vi-VN" dirty="0">
                <a:ea typeface="+mn-lt"/>
                <a:cs typeface="+mn-lt"/>
              </a:rPr>
              <a:t> </a:t>
            </a:r>
            <a:r>
              <a:rPr lang="vi-VN" dirty="0" err="1">
                <a:ea typeface="+mn-lt"/>
                <a:cs typeface="+mn-lt"/>
              </a:rPr>
              <a:t>and</a:t>
            </a:r>
            <a:r>
              <a:rPr lang="vi-VN" dirty="0">
                <a:ea typeface="+mn-lt"/>
                <a:cs typeface="+mn-lt"/>
              </a:rPr>
              <a:t> </a:t>
            </a:r>
            <a:r>
              <a:rPr lang="vi-VN" dirty="0" err="1">
                <a:ea typeface="+mn-lt"/>
                <a:cs typeface="+mn-lt"/>
              </a:rPr>
              <a:t>record-keeping</a:t>
            </a:r>
            <a:r>
              <a:rPr lang="vi-VN" dirty="0">
                <a:ea typeface="+mn-lt"/>
                <a:cs typeface="+mn-lt"/>
              </a:rPr>
              <a:t> </a:t>
            </a:r>
            <a:r>
              <a:rPr lang="vi-VN" dirty="0" err="1">
                <a:ea typeface="+mn-lt"/>
                <a:cs typeface="+mn-lt"/>
              </a:rPr>
              <a:t>difficult</a:t>
            </a:r>
            <a:r>
              <a:rPr lang="vi-VN" dirty="0">
                <a:ea typeface="+mn-lt"/>
                <a:cs typeface="+mn-lt"/>
              </a:rPr>
              <a:t>.</a:t>
            </a:r>
          </a:p>
        </p:txBody>
      </p:sp>
      <p:sp>
        <p:nvSpPr>
          <p:cNvPr id="16" name="TextBox 15">
            <a:extLst>
              <a:ext uri="{FF2B5EF4-FFF2-40B4-BE49-F238E27FC236}">
                <a16:creationId xmlns:a16="http://schemas.microsoft.com/office/drawing/2014/main" id="{BCBB7145-3B2D-97FC-77D5-AED14D43C476}"/>
              </a:ext>
            </a:extLst>
          </p:cNvPr>
          <p:cNvSpPr txBox="1"/>
          <p:nvPr/>
        </p:nvSpPr>
        <p:spPr>
          <a:xfrm>
            <a:off x="7003499" y="3635353"/>
            <a:ext cx="3846285" cy="646331"/>
          </a:xfrm>
          <a:prstGeom prst="rect">
            <a:avLst/>
          </a:prstGeom>
          <a:noFill/>
        </p:spPr>
        <p:txBody>
          <a:bodyPr wrap="square" lIns="91440" tIns="45720" rIns="91440" bIns="45720" rtlCol="0" anchor="t">
            <a:spAutoFit/>
          </a:bodyPr>
          <a:lstStyle/>
          <a:p>
            <a:r>
              <a:rPr lang="vi-VN" dirty="0">
                <a:latin typeface="Arial"/>
                <a:ea typeface="+mn-lt"/>
                <a:cs typeface="Arial"/>
              </a:rPr>
              <a:t>The </a:t>
            </a:r>
            <a:r>
              <a:rPr lang="vi-VN" dirty="0" err="1">
                <a:latin typeface="Arial"/>
                <a:ea typeface="+mn-lt"/>
                <a:cs typeface="Arial"/>
              </a:rPr>
              <a:t>weekly</a:t>
            </a:r>
            <a:r>
              <a:rPr lang="vi-VN" dirty="0">
                <a:latin typeface="Arial"/>
                <a:ea typeface="+mn-lt"/>
                <a:cs typeface="Arial"/>
              </a:rPr>
              <a:t> </a:t>
            </a:r>
            <a:r>
              <a:rPr lang="vi-VN" dirty="0" err="1">
                <a:latin typeface="Arial"/>
                <a:ea typeface="+mn-lt"/>
                <a:cs typeface="Arial"/>
              </a:rPr>
              <a:t>reporting</a:t>
            </a:r>
            <a:r>
              <a:rPr lang="vi-VN" dirty="0">
                <a:latin typeface="Arial"/>
                <a:ea typeface="+mn-lt"/>
                <a:cs typeface="Arial"/>
              </a:rPr>
              <a:t> </a:t>
            </a:r>
            <a:r>
              <a:rPr lang="vi-VN" dirty="0" err="1">
                <a:latin typeface="Arial"/>
                <a:ea typeface="+mn-lt"/>
                <a:cs typeface="Arial"/>
              </a:rPr>
              <a:t>process</a:t>
            </a:r>
            <a:r>
              <a:rPr lang="vi-VN" dirty="0">
                <a:latin typeface="Arial"/>
                <a:ea typeface="+mn-lt"/>
                <a:cs typeface="Arial"/>
              </a:rPr>
              <a:t> </a:t>
            </a:r>
            <a:r>
              <a:rPr lang="vi-VN" dirty="0" err="1">
                <a:latin typeface="Arial"/>
                <a:ea typeface="+mn-lt"/>
                <a:cs typeface="Arial"/>
              </a:rPr>
              <a:t>is</a:t>
            </a:r>
            <a:r>
              <a:rPr lang="vi-VN" dirty="0">
                <a:latin typeface="Arial"/>
                <a:ea typeface="+mn-lt"/>
                <a:cs typeface="Arial"/>
              </a:rPr>
              <a:t> </a:t>
            </a:r>
            <a:r>
              <a:rPr lang="vi-VN" dirty="0" err="1">
                <a:latin typeface="Arial"/>
                <a:ea typeface="+mn-lt"/>
                <a:cs typeface="Arial"/>
              </a:rPr>
              <a:t>time</a:t>
            </a:r>
            <a:r>
              <a:rPr lang="vi-VN" dirty="0">
                <a:latin typeface="Arial"/>
                <a:ea typeface="+mn-lt"/>
                <a:cs typeface="Arial"/>
              </a:rPr>
              <a:t> </a:t>
            </a:r>
            <a:r>
              <a:rPr lang="vi-VN" dirty="0" err="1">
                <a:latin typeface="Arial"/>
                <a:ea typeface="+mn-lt"/>
                <a:cs typeface="Arial"/>
              </a:rPr>
              <a:t>consuming</a:t>
            </a:r>
            <a:r>
              <a:rPr lang="vi-VN" dirty="0">
                <a:latin typeface="Arial"/>
                <a:ea typeface="+mn-lt"/>
                <a:cs typeface="Arial"/>
              </a:rPr>
              <a:t> </a:t>
            </a:r>
            <a:r>
              <a:rPr lang="vi-VN" dirty="0" err="1">
                <a:latin typeface="Arial"/>
                <a:ea typeface="+mn-lt"/>
                <a:cs typeface="Arial"/>
              </a:rPr>
              <a:t>and</a:t>
            </a:r>
            <a:r>
              <a:rPr lang="vi-VN" dirty="0">
                <a:latin typeface="Arial"/>
                <a:ea typeface="+mn-lt"/>
                <a:cs typeface="Arial"/>
              </a:rPr>
              <a:t> </a:t>
            </a:r>
            <a:r>
              <a:rPr lang="vi-VN" dirty="0" err="1">
                <a:latin typeface="Arial"/>
                <a:ea typeface="+mn-lt"/>
                <a:cs typeface="Arial"/>
              </a:rPr>
              <a:t>inefficient</a:t>
            </a:r>
            <a:r>
              <a:rPr lang="vi-VN" dirty="0">
                <a:latin typeface="Arial"/>
                <a:ea typeface="+mn-lt"/>
                <a:cs typeface="Arial"/>
              </a:rPr>
              <a:t>.</a:t>
            </a:r>
            <a:endParaRPr lang="vi-VN" dirty="0">
              <a:latin typeface="Arial"/>
              <a:cs typeface="Arial"/>
            </a:endParaRPr>
          </a:p>
        </p:txBody>
      </p:sp>
      <p:pic>
        <p:nvPicPr>
          <p:cNvPr id="7" name="Picture 6">
            <a:extLst>
              <a:ext uri="{FF2B5EF4-FFF2-40B4-BE49-F238E27FC236}">
                <a16:creationId xmlns:a16="http://schemas.microsoft.com/office/drawing/2014/main" id="{0828DE44-D07D-D03D-6900-72F0D6EC35A6}"/>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10" name="Slide Number Placeholder 9">
            <a:extLst>
              <a:ext uri="{FF2B5EF4-FFF2-40B4-BE49-F238E27FC236}">
                <a16:creationId xmlns:a16="http://schemas.microsoft.com/office/drawing/2014/main" id="{9BBF8108-CF99-58DF-F6D8-E536B46E28BA}"/>
              </a:ext>
            </a:extLst>
          </p:cNvPr>
          <p:cNvSpPr>
            <a:spLocks noGrp="1"/>
          </p:cNvSpPr>
          <p:nvPr>
            <p:ph type="sldNum" sz="quarter" idx="12"/>
          </p:nvPr>
        </p:nvSpPr>
        <p:spPr>
          <a:xfrm>
            <a:off x="9351947" y="6426574"/>
            <a:ext cx="2743200" cy="365125"/>
          </a:xfrm>
        </p:spPr>
        <p:txBody>
          <a:bodyPr/>
          <a:lstStyle/>
          <a:p>
            <a:fld id="{40D408E2-9F58-4229-A8B2-E143E8FD52E1}" type="slidenum">
              <a:rPr lang="en-US" sz="2000" b="1" smtClean="0"/>
              <a:t>3</a:t>
            </a:fld>
            <a:endParaRPr lang="en-US" sz="2000" b="1"/>
          </a:p>
        </p:txBody>
      </p:sp>
    </p:spTree>
    <p:extLst>
      <p:ext uri="{BB962C8B-B14F-4D97-AF65-F5344CB8AC3E}">
        <p14:creationId xmlns:p14="http://schemas.microsoft.com/office/powerpoint/2010/main" val="2996664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F2F54-B0EA-4C64-DF8D-D40C612E58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108FF9-4C01-4785-3078-32739E808729}"/>
              </a:ext>
            </a:extLst>
          </p:cNvPr>
          <p:cNvSpPr txBox="1"/>
          <p:nvPr/>
        </p:nvSpPr>
        <p:spPr>
          <a:xfrm>
            <a:off x="184584" y="16706"/>
            <a:ext cx="7749852" cy="492443"/>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endParaRPr lang="vi-VN" b="1">
              <a:solidFill>
                <a:schemeClr val="tx2">
                  <a:lumMod val="75000"/>
                </a:schemeClr>
              </a:solidFill>
              <a:latin typeface="Arial"/>
              <a:cs typeface="Arial"/>
            </a:endParaRPr>
          </a:p>
        </p:txBody>
      </p:sp>
      <p:sp>
        <p:nvSpPr>
          <p:cNvPr id="4" name="TextBox 3">
            <a:extLst>
              <a:ext uri="{FF2B5EF4-FFF2-40B4-BE49-F238E27FC236}">
                <a16:creationId xmlns:a16="http://schemas.microsoft.com/office/drawing/2014/main" id="{68EA60F5-DBBE-CB37-F2FF-85E5E32B6E7D}"/>
              </a:ext>
            </a:extLst>
          </p:cNvPr>
          <p:cNvSpPr txBox="1"/>
          <p:nvPr/>
        </p:nvSpPr>
        <p:spPr>
          <a:xfrm>
            <a:off x="411935" y="569625"/>
            <a:ext cx="7205567" cy="492443"/>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ea typeface="+mn-lt"/>
                <a:cs typeface="Arial"/>
              </a:rPr>
              <a:t>New</a:t>
            </a:r>
            <a:r>
              <a:rPr lang="vi-VN" sz="2500" b="1">
                <a:solidFill>
                  <a:schemeClr val="tx2">
                    <a:lumMod val="75000"/>
                  </a:schemeClr>
                </a:solidFill>
                <a:latin typeface="Arial"/>
                <a:ea typeface="+mn-lt"/>
                <a:cs typeface="Arial"/>
              </a:rPr>
              <a:t> </a:t>
            </a:r>
            <a:r>
              <a:rPr lang="vi-VN" sz="2500" b="1" err="1">
                <a:solidFill>
                  <a:schemeClr val="tx2">
                    <a:lumMod val="75000"/>
                  </a:schemeClr>
                </a:solidFill>
                <a:latin typeface="Arial"/>
                <a:ea typeface="+mn-lt"/>
                <a:cs typeface="Arial"/>
              </a:rPr>
              <a:t>System</a:t>
            </a:r>
            <a:r>
              <a:rPr lang="vi-VN" sz="2500" b="1">
                <a:solidFill>
                  <a:schemeClr val="tx2">
                    <a:lumMod val="75000"/>
                  </a:schemeClr>
                </a:solidFill>
                <a:latin typeface="Arial"/>
                <a:ea typeface="+mn-lt"/>
                <a:cs typeface="Arial"/>
              </a:rPr>
              <a:t> </a:t>
            </a:r>
            <a:r>
              <a:rPr lang="vi-VN" sz="2500" b="1" err="1">
                <a:solidFill>
                  <a:schemeClr val="tx2">
                    <a:lumMod val="75000"/>
                  </a:schemeClr>
                </a:solidFill>
                <a:latin typeface="Arial"/>
                <a:ea typeface="+mn-lt"/>
                <a:cs typeface="Arial"/>
              </a:rPr>
              <a:t>Proposal</a:t>
            </a:r>
            <a:endParaRPr lang="en-US" sz="2500" b="1" err="1">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08DAC691-0124-6385-D1CF-CF90222D5C5D}"/>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5" name="TextBox 4">
            <a:extLst>
              <a:ext uri="{FF2B5EF4-FFF2-40B4-BE49-F238E27FC236}">
                <a16:creationId xmlns:a16="http://schemas.microsoft.com/office/drawing/2014/main" id="{70097C29-09CF-5A78-70CD-94DEAF95A687}"/>
              </a:ext>
            </a:extLst>
          </p:cNvPr>
          <p:cNvSpPr txBox="1"/>
          <p:nvPr/>
        </p:nvSpPr>
        <p:spPr>
          <a:xfrm>
            <a:off x="411935" y="1044845"/>
            <a:ext cx="4808384" cy="1015663"/>
          </a:xfrm>
          <a:prstGeom prst="rect">
            <a:avLst/>
          </a:prstGeom>
          <a:noFill/>
        </p:spPr>
        <p:txBody>
          <a:bodyPr wrap="square" lIns="91440" tIns="45720" rIns="91440" bIns="45720" rtlCol="0" anchor="t">
            <a:spAutoFit/>
          </a:bodyPr>
          <a:lstStyle/>
          <a:p>
            <a:r>
              <a:rPr lang="en-US" sz="2000" dirty="0">
                <a:latin typeface="Arial"/>
                <a:ea typeface="+mn-lt"/>
                <a:cs typeface="+mn-lt"/>
              </a:rPr>
              <a:t>The task interface is organized by date to provide clear visualization of daily workloads.</a:t>
            </a:r>
            <a:endParaRPr lang="vi-VN" sz="2000" dirty="0">
              <a:latin typeface="Arial"/>
              <a:cs typeface="Arial"/>
            </a:endParaRPr>
          </a:p>
        </p:txBody>
      </p:sp>
      <p:pic>
        <p:nvPicPr>
          <p:cNvPr id="7" name="Picture 6">
            <a:extLst>
              <a:ext uri="{FF2B5EF4-FFF2-40B4-BE49-F238E27FC236}">
                <a16:creationId xmlns:a16="http://schemas.microsoft.com/office/drawing/2014/main" id="{BB11CF67-B5B9-CD8D-A102-507B4FEE6B9F}"/>
              </a:ext>
            </a:extLst>
          </p:cNvPr>
          <p:cNvPicPr>
            <a:picLocks noChangeAspect="1"/>
          </p:cNvPicPr>
          <p:nvPr/>
        </p:nvPicPr>
        <p:blipFill>
          <a:blip r:embed="rId2"/>
          <a:stretch>
            <a:fillRect/>
          </a:stretch>
        </p:blipFill>
        <p:spPr>
          <a:xfrm>
            <a:off x="1037781" y="2740548"/>
            <a:ext cx="5617852" cy="3688456"/>
          </a:xfrm>
          <a:prstGeom prst="rect">
            <a:avLst/>
          </a:prstGeom>
        </p:spPr>
      </p:pic>
      <p:pic>
        <p:nvPicPr>
          <p:cNvPr id="9" name="Picture 8">
            <a:extLst>
              <a:ext uri="{FF2B5EF4-FFF2-40B4-BE49-F238E27FC236}">
                <a16:creationId xmlns:a16="http://schemas.microsoft.com/office/drawing/2014/main" id="{38C7FDE5-EFF8-7E9E-B7F3-53BE632496F3}"/>
              </a:ext>
            </a:extLst>
          </p:cNvPr>
          <p:cNvPicPr>
            <a:picLocks noChangeAspect="1"/>
          </p:cNvPicPr>
          <p:nvPr/>
        </p:nvPicPr>
        <p:blipFill>
          <a:blip r:embed="rId3"/>
          <a:stretch>
            <a:fillRect/>
          </a:stretch>
        </p:blipFill>
        <p:spPr>
          <a:xfrm>
            <a:off x="6778053" y="815846"/>
            <a:ext cx="4376166" cy="5536092"/>
          </a:xfrm>
          <a:prstGeom prst="rect">
            <a:avLst/>
          </a:prstGeom>
        </p:spPr>
      </p:pic>
      <p:sp>
        <p:nvSpPr>
          <p:cNvPr id="6" name="AutoShape 2">
            <a:extLst>
              <a:ext uri="{FF2B5EF4-FFF2-40B4-BE49-F238E27FC236}">
                <a16:creationId xmlns:a16="http://schemas.microsoft.com/office/drawing/2014/main" id="{71F6FDD8-A672-2A18-E2D8-A8FBF3D73749}"/>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8" name="Picture 7">
            <a:extLst>
              <a:ext uri="{FF2B5EF4-FFF2-40B4-BE49-F238E27FC236}">
                <a16:creationId xmlns:a16="http://schemas.microsoft.com/office/drawing/2014/main" id="{668B531B-A7FC-9993-A1F1-CD804E300CE7}"/>
              </a:ext>
            </a:extLst>
          </p:cNvPr>
          <p:cNvPicPr>
            <a:picLocks noChangeAspect="1"/>
          </p:cNvPicPr>
          <p:nvPr/>
        </p:nvPicPr>
        <p:blipFill>
          <a:blip r:embed="rId4"/>
          <a:stretch>
            <a:fillRect/>
          </a:stretch>
        </p:blipFill>
        <p:spPr>
          <a:xfrm>
            <a:off x="10381272" y="111060"/>
            <a:ext cx="1713875" cy="381847"/>
          </a:xfrm>
          <a:prstGeom prst="rect">
            <a:avLst/>
          </a:prstGeom>
        </p:spPr>
      </p:pic>
      <p:sp>
        <p:nvSpPr>
          <p:cNvPr id="10" name="Slide Number Placeholder 9">
            <a:extLst>
              <a:ext uri="{FF2B5EF4-FFF2-40B4-BE49-F238E27FC236}">
                <a16:creationId xmlns:a16="http://schemas.microsoft.com/office/drawing/2014/main" id="{DE750EF9-71C6-0C97-EB1A-FD70A90B61D7}"/>
              </a:ext>
            </a:extLst>
          </p:cNvPr>
          <p:cNvSpPr>
            <a:spLocks noGrp="1"/>
          </p:cNvSpPr>
          <p:nvPr>
            <p:ph type="sldNum" sz="quarter" idx="12"/>
          </p:nvPr>
        </p:nvSpPr>
        <p:spPr>
          <a:xfrm>
            <a:off x="9377591" y="6391196"/>
            <a:ext cx="2743200" cy="365125"/>
          </a:xfrm>
        </p:spPr>
        <p:txBody>
          <a:bodyPr/>
          <a:lstStyle/>
          <a:p>
            <a:fld id="{40D408E2-9F58-4229-A8B2-E143E8FD52E1}" type="slidenum">
              <a:rPr lang="en-US" sz="2000" smtClean="0"/>
              <a:t>4</a:t>
            </a:fld>
            <a:endParaRPr lang="en-US" sz="2000"/>
          </a:p>
        </p:txBody>
      </p:sp>
    </p:spTree>
    <p:extLst>
      <p:ext uri="{BB962C8B-B14F-4D97-AF65-F5344CB8AC3E}">
        <p14:creationId xmlns:p14="http://schemas.microsoft.com/office/powerpoint/2010/main" val="594835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83DE-E0DC-F61A-9554-E268E35AAC41}"/>
            </a:ext>
          </a:extLst>
        </p:cNvPr>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FE8BC200-88D3-FFDB-BA62-DF3F71ADD8AF}"/>
              </a:ext>
            </a:extLst>
          </p:cNvPr>
          <p:cNvSpPr/>
          <p:nvPr/>
        </p:nvSpPr>
        <p:spPr>
          <a:xfrm>
            <a:off x="8874177" y="674557"/>
            <a:ext cx="2905888" cy="59394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54205F-5947-F69F-47AF-D84FF2726005}"/>
              </a:ext>
            </a:extLst>
          </p:cNvPr>
          <p:cNvSpPr txBox="1"/>
          <p:nvPr/>
        </p:nvSpPr>
        <p:spPr>
          <a:xfrm>
            <a:off x="184584" y="16706"/>
            <a:ext cx="7628900" cy="492443"/>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p>
        </p:txBody>
      </p:sp>
      <p:sp>
        <p:nvSpPr>
          <p:cNvPr id="4" name="TextBox 3">
            <a:extLst>
              <a:ext uri="{FF2B5EF4-FFF2-40B4-BE49-F238E27FC236}">
                <a16:creationId xmlns:a16="http://schemas.microsoft.com/office/drawing/2014/main" id="{ABC19814-827B-4C38-9EFA-6B4E6BDF9491}"/>
              </a:ext>
            </a:extLst>
          </p:cNvPr>
          <p:cNvSpPr txBox="1"/>
          <p:nvPr/>
        </p:nvSpPr>
        <p:spPr>
          <a:xfrm>
            <a:off x="411935" y="569625"/>
            <a:ext cx="7205567" cy="892552"/>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cs typeface="Arial"/>
              </a:rPr>
              <a:t>New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System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Proposal</a:t>
            </a:r>
            <a:endParaRPr lang="vi-VN" sz="2500" err="1">
              <a:solidFill>
                <a:schemeClr val="tx2">
                  <a:lumMod val="75000"/>
                </a:schemeClr>
              </a:solidFill>
            </a:endParaRPr>
          </a:p>
          <a:p>
            <a:endParaRPr lang="vi-VN" sz="2600" b="1">
              <a:solidFill>
                <a:schemeClr val="tx2">
                  <a:lumMod val="75000"/>
                </a:schemeClr>
              </a:solidFill>
              <a:latin typeface="Arial"/>
              <a:cs typeface="Arial"/>
            </a:endParaRPr>
          </a:p>
        </p:txBody>
      </p:sp>
      <p:sp>
        <p:nvSpPr>
          <p:cNvPr id="5" name="Rectangle: Rounded Corners 4">
            <a:extLst>
              <a:ext uri="{FF2B5EF4-FFF2-40B4-BE49-F238E27FC236}">
                <a16:creationId xmlns:a16="http://schemas.microsoft.com/office/drawing/2014/main" id="{DB38B479-5FA2-6AF7-1A8F-FC6670C10F0D}"/>
              </a:ext>
            </a:extLst>
          </p:cNvPr>
          <p:cNvSpPr/>
          <p:nvPr/>
        </p:nvSpPr>
        <p:spPr>
          <a:xfrm>
            <a:off x="824459" y="2725978"/>
            <a:ext cx="2143594" cy="11392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HQ</a:t>
            </a:r>
            <a:endParaRPr lang="en-US"/>
          </a:p>
        </p:txBody>
      </p:sp>
      <p:sp>
        <p:nvSpPr>
          <p:cNvPr id="10" name="Rectangle: Rounded Corners 9">
            <a:extLst>
              <a:ext uri="{FF2B5EF4-FFF2-40B4-BE49-F238E27FC236}">
                <a16:creationId xmlns:a16="http://schemas.microsoft.com/office/drawing/2014/main" id="{BD5A94DA-BCFC-C454-14A5-A37337231279}"/>
              </a:ext>
            </a:extLst>
          </p:cNvPr>
          <p:cNvSpPr/>
          <p:nvPr/>
        </p:nvSpPr>
        <p:spPr>
          <a:xfrm>
            <a:off x="5310265" y="2725978"/>
            <a:ext cx="1571469" cy="11392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Store</a:t>
            </a:r>
            <a:endParaRPr lang="en-US"/>
          </a:p>
        </p:txBody>
      </p:sp>
      <p:cxnSp>
        <p:nvCxnSpPr>
          <p:cNvPr id="12" name="Straight Arrow Connector 11">
            <a:extLst>
              <a:ext uri="{FF2B5EF4-FFF2-40B4-BE49-F238E27FC236}">
                <a16:creationId xmlns:a16="http://schemas.microsoft.com/office/drawing/2014/main" id="{7E402214-C95C-BC33-2BD9-978AB30F70AE}"/>
              </a:ext>
            </a:extLst>
          </p:cNvPr>
          <p:cNvCxnSpPr>
            <a:stCxn id="5" idx="3"/>
            <a:endCxn id="10" idx="1"/>
          </p:cNvCxnSpPr>
          <p:nvPr/>
        </p:nvCxnSpPr>
        <p:spPr>
          <a:xfrm>
            <a:off x="2968053" y="3295604"/>
            <a:ext cx="2342212"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CA2EE453-135B-9405-1FED-C64389FCBDD3}"/>
              </a:ext>
            </a:extLst>
          </p:cNvPr>
          <p:cNvSpPr/>
          <p:nvPr/>
        </p:nvSpPr>
        <p:spPr>
          <a:xfrm>
            <a:off x="9613687" y="1934326"/>
            <a:ext cx="1571469" cy="505885"/>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chemeClr val="tx1"/>
                </a:solidFill>
              </a:rPr>
              <a:t>MON</a:t>
            </a:r>
            <a:endParaRPr lang="en-US">
              <a:solidFill>
                <a:schemeClr val="tx1"/>
              </a:solidFill>
            </a:endParaRPr>
          </a:p>
        </p:txBody>
      </p:sp>
      <p:sp>
        <p:nvSpPr>
          <p:cNvPr id="17" name="Rectangle: Rounded Corners 16">
            <a:extLst>
              <a:ext uri="{FF2B5EF4-FFF2-40B4-BE49-F238E27FC236}">
                <a16:creationId xmlns:a16="http://schemas.microsoft.com/office/drawing/2014/main" id="{96649605-E225-7868-B445-02982D28B49D}"/>
              </a:ext>
            </a:extLst>
          </p:cNvPr>
          <p:cNvSpPr/>
          <p:nvPr/>
        </p:nvSpPr>
        <p:spPr>
          <a:xfrm>
            <a:off x="9613688" y="2604842"/>
            <a:ext cx="1571469" cy="505885"/>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TUE</a:t>
            </a:r>
            <a:endParaRPr lang="en-US"/>
          </a:p>
        </p:txBody>
      </p:sp>
      <p:sp>
        <p:nvSpPr>
          <p:cNvPr id="18" name="Rectangle: Rounded Corners 17">
            <a:extLst>
              <a:ext uri="{FF2B5EF4-FFF2-40B4-BE49-F238E27FC236}">
                <a16:creationId xmlns:a16="http://schemas.microsoft.com/office/drawing/2014/main" id="{E46A714F-67A3-3734-297A-CE5518F3EB05}"/>
              </a:ext>
            </a:extLst>
          </p:cNvPr>
          <p:cNvSpPr/>
          <p:nvPr/>
        </p:nvSpPr>
        <p:spPr>
          <a:xfrm>
            <a:off x="9613688" y="3243218"/>
            <a:ext cx="1571469" cy="505885"/>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WED</a:t>
            </a:r>
            <a:endParaRPr lang="en-US"/>
          </a:p>
        </p:txBody>
      </p:sp>
      <p:sp>
        <p:nvSpPr>
          <p:cNvPr id="19" name="Rectangle: Rounded Corners 18">
            <a:extLst>
              <a:ext uri="{FF2B5EF4-FFF2-40B4-BE49-F238E27FC236}">
                <a16:creationId xmlns:a16="http://schemas.microsoft.com/office/drawing/2014/main" id="{28102D0D-000A-6C90-F1E8-6D379B4643EE}"/>
              </a:ext>
            </a:extLst>
          </p:cNvPr>
          <p:cNvSpPr/>
          <p:nvPr/>
        </p:nvSpPr>
        <p:spPr>
          <a:xfrm>
            <a:off x="9613688" y="3931944"/>
            <a:ext cx="1571469" cy="505885"/>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THU</a:t>
            </a:r>
            <a:endParaRPr lang="en-US"/>
          </a:p>
        </p:txBody>
      </p:sp>
      <p:sp>
        <p:nvSpPr>
          <p:cNvPr id="20" name="Rectangle: Rounded Corners 19">
            <a:extLst>
              <a:ext uri="{FF2B5EF4-FFF2-40B4-BE49-F238E27FC236}">
                <a16:creationId xmlns:a16="http://schemas.microsoft.com/office/drawing/2014/main" id="{AFC90C6D-74D3-6634-9208-5204B3123A8A}"/>
              </a:ext>
            </a:extLst>
          </p:cNvPr>
          <p:cNvSpPr/>
          <p:nvPr/>
        </p:nvSpPr>
        <p:spPr>
          <a:xfrm>
            <a:off x="9613689" y="4609425"/>
            <a:ext cx="1571469" cy="505885"/>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FRI</a:t>
            </a:r>
            <a:endParaRPr lang="en-US"/>
          </a:p>
        </p:txBody>
      </p:sp>
      <p:sp>
        <p:nvSpPr>
          <p:cNvPr id="21" name="Rectangle: Rounded Corners 20">
            <a:extLst>
              <a:ext uri="{FF2B5EF4-FFF2-40B4-BE49-F238E27FC236}">
                <a16:creationId xmlns:a16="http://schemas.microsoft.com/office/drawing/2014/main" id="{129639A2-F3D3-1AE2-CDE8-9A884CB38A60}"/>
              </a:ext>
            </a:extLst>
          </p:cNvPr>
          <p:cNvSpPr/>
          <p:nvPr/>
        </p:nvSpPr>
        <p:spPr>
          <a:xfrm>
            <a:off x="9613690" y="5286906"/>
            <a:ext cx="1571469" cy="50588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SAT</a:t>
            </a:r>
            <a:endParaRPr lang="en-US"/>
          </a:p>
        </p:txBody>
      </p:sp>
      <p:sp>
        <p:nvSpPr>
          <p:cNvPr id="22" name="Rectangle: Rounded Corners 21">
            <a:extLst>
              <a:ext uri="{FF2B5EF4-FFF2-40B4-BE49-F238E27FC236}">
                <a16:creationId xmlns:a16="http://schemas.microsoft.com/office/drawing/2014/main" id="{789BC096-F87A-F297-28E9-53A6044B250E}"/>
              </a:ext>
            </a:extLst>
          </p:cNvPr>
          <p:cNvSpPr/>
          <p:nvPr/>
        </p:nvSpPr>
        <p:spPr>
          <a:xfrm>
            <a:off x="9613691" y="5950457"/>
            <a:ext cx="1571469" cy="50588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SUN</a:t>
            </a:r>
            <a:endParaRPr lang="en-US"/>
          </a:p>
        </p:txBody>
      </p:sp>
      <p:sp>
        <p:nvSpPr>
          <p:cNvPr id="25" name="TextBox 24">
            <a:extLst>
              <a:ext uri="{FF2B5EF4-FFF2-40B4-BE49-F238E27FC236}">
                <a16:creationId xmlns:a16="http://schemas.microsoft.com/office/drawing/2014/main" id="{A3A7D7AE-6199-55DE-B979-D755C43DB8DB}"/>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cxnSp>
        <p:nvCxnSpPr>
          <p:cNvPr id="26" name="Straight Arrow Connector 25">
            <a:extLst>
              <a:ext uri="{FF2B5EF4-FFF2-40B4-BE49-F238E27FC236}">
                <a16:creationId xmlns:a16="http://schemas.microsoft.com/office/drawing/2014/main" id="{E38D86D4-70BC-32F6-3CAE-C4C919F21886}"/>
              </a:ext>
            </a:extLst>
          </p:cNvPr>
          <p:cNvCxnSpPr>
            <a:cxnSpLocks/>
          </p:cNvCxnSpPr>
          <p:nvPr/>
        </p:nvCxnSpPr>
        <p:spPr>
          <a:xfrm>
            <a:off x="6745569" y="3280880"/>
            <a:ext cx="2128608" cy="1472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6" name="AutoShape 2">
            <a:extLst>
              <a:ext uri="{FF2B5EF4-FFF2-40B4-BE49-F238E27FC236}">
                <a16:creationId xmlns:a16="http://schemas.microsoft.com/office/drawing/2014/main" id="{F160312F-6C38-09F7-2C31-A9A61099FBBB}"/>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1A34D94D-5434-C4C4-1CD0-AFF74DA8340D}"/>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8" name="Slide Number Placeholder 7">
            <a:extLst>
              <a:ext uri="{FF2B5EF4-FFF2-40B4-BE49-F238E27FC236}">
                <a16:creationId xmlns:a16="http://schemas.microsoft.com/office/drawing/2014/main" id="{10135AAE-B3E8-203D-D913-1A0B6291B358}"/>
              </a:ext>
            </a:extLst>
          </p:cNvPr>
          <p:cNvSpPr>
            <a:spLocks noGrp="1"/>
          </p:cNvSpPr>
          <p:nvPr>
            <p:ph type="sldNum" sz="quarter" idx="12"/>
          </p:nvPr>
        </p:nvSpPr>
        <p:spPr>
          <a:xfrm>
            <a:off x="9448800" y="6445375"/>
            <a:ext cx="2743200" cy="365125"/>
          </a:xfrm>
        </p:spPr>
        <p:txBody>
          <a:bodyPr/>
          <a:lstStyle/>
          <a:p>
            <a:fld id="{40D408E2-9F58-4229-A8B2-E143E8FD52E1}" type="slidenum">
              <a:rPr lang="en-US" sz="2000" smtClean="0"/>
              <a:t>5</a:t>
            </a:fld>
            <a:endParaRPr lang="en-US" sz="2000"/>
          </a:p>
        </p:txBody>
      </p:sp>
      <p:sp>
        <p:nvSpPr>
          <p:cNvPr id="9" name="TextBox 8">
            <a:extLst>
              <a:ext uri="{FF2B5EF4-FFF2-40B4-BE49-F238E27FC236}">
                <a16:creationId xmlns:a16="http://schemas.microsoft.com/office/drawing/2014/main" id="{129F67E3-C416-520B-E387-792386336528}"/>
              </a:ext>
            </a:extLst>
          </p:cNvPr>
          <p:cNvSpPr txBox="1"/>
          <p:nvPr/>
        </p:nvSpPr>
        <p:spPr>
          <a:xfrm>
            <a:off x="824459" y="4936468"/>
            <a:ext cx="6810234" cy="1015663"/>
          </a:xfrm>
          <a:prstGeom prst="rect">
            <a:avLst/>
          </a:prstGeom>
          <a:noFill/>
        </p:spPr>
        <p:txBody>
          <a:bodyPr wrap="square" lIns="91440" tIns="45720" rIns="91440" bIns="45720" rtlCol="0" anchor="t">
            <a:spAutoFit/>
          </a:bodyPr>
          <a:lstStyle/>
          <a:p>
            <a:r>
              <a:rPr lang="en-US" sz="2000" dirty="0">
                <a:latin typeface="Arial"/>
                <a:cs typeface="Arial"/>
              </a:rPr>
              <a:t>Divide tasks by day of the week, status, and task type to help store management easily assign them to each employee and manage tasks more effectively.</a:t>
            </a:r>
            <a:endParaRPr lang="vi-VN" sz="2000" dirty="0"/>
          </a:p>
        </p:txBody>
      </p:sp>
    </p:spTree>
    <p:extLst>
      <p:ext uri="{BB962C8B-B14F-4D97-AF65-F5344CB8AC3E}">
        <p14:creationId xmlns:p14="http://schemas.microsoft.com/office/powerpoint/2010/main" val="4226613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23DDF-8019-7658-8403-E6CCAB8128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3D1F2D-8143-2578-10E7-999896BC14AC}"/>
              </a:ext>
            </a:extLst>
          </p:cNvPr>
          <p:cNvSpPr txBox="1"/>
          <p:nvPr/>
        </p:nvSpPr>
        <p:spPr>
          <a:xfrm>
            <a:off x="184584" y="16706"/>
            <a:ext cx="7459567" cy="492443"/>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p>
        </p:txBody>
      </p:sp>
      <p:sp>
        <p:nvSpPr>
          <p:cNvPr id="4" name="TextBox 3">
            <a:extLst>
              <a:ext uri="{FF2B5EF4-FFF2-40B4-BE49-F238E27FC236}">
                <a16:creationId xmlns:a16="http://schemas.microsoft.com/office/drawing/2014/main" id="{BAF33686-9B63-1856-D09C-FA6C6FD1D0AB}"/>
              </a:ext>
            </a:extLst>
          </p:cNvPr>
          <p:cNvSpPr txBox="1"/>
          <p:nvPr/>
        </p:nvSpPr>
        <p:spPr>
          <a:xfrm>
            <a:off x="411935" y="569625"/>
            <a:ext cx="7205567" cy="492443"/>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cs typeface="Arial"/>
              </a:rPr>
              <a:t>New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System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Proposal</a:t>
            </a:r>
            <a:endParaRPr lang="vi-VN" sz="2500" err="1">
              <a:solidFill>
                <a:schemeClr val="tx2">
                  <a:lumMod val="75000"/>
                </a:schemeClr>
              </a:solidFill>
            </a:endParaRPr>
          </a:p>
        </p:txBody>
      </p:sp>
      <p:sp>
        <p:nvSpPr>
          <p:cNvPr id="25" name="TextBox 24">
            <a:extLst>
              <a:ext uri="{FF2B5EF4-FFF2-40B4-BE49-F238E27FC236}">
                <a16:creationId xmlns:a16="http://schemas.microsoft.com/office/drawing/2014/main" id="{4211DCE7-3B73-23B3-0FD3-65365259B510}"/>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pic>
        <p:nvPicPr>
          <p:cNvPr id="8" name="Picture 7">
            <a:extLst>
              <a:ext uri="{FF2B5EF4-FFF2-40B4-BE49-F238E27FC236}">
                <a16:creationId xmlns:a16="http://schemas.microsoft.com/office/drawing/2014/main" id="{530DCD58-9B47-5492-BA5E-B0897FFDCE06}"/>
              </a:ext>
            </a:extLst>
          </p:cNvPr>
          <p:cNvPicPr>
            <a:picLocks noChangeAspect="1"/>
          </p:cNvPicPr>
          <p:nvPr/>
        </p:nvPicPr>
        <p:blipFill>
          <a:blip r:embed="rId2"/>
          <a:stretch>
            <a:fillRect/>
          </a:stretch>
        </p:blipFill>
        <p:spPr>
          <a:xfrm>
            <a:off x="6692305" y="687407"/>
            <a:ext cx="4775170" cy="5952243"/>
          </a:xfrm>
          <a:prstGeom prst="rect">
            <a:avLst/>
          </a:prstGeom>
        </p:spPr>
      </p:pic>
      <p:sp>
        <p:nvSpPr>
          <p:cNvPr id="5" name="TextBox 4">
            <a:extLst>
              <a:ext uri="{FF2B5EF4-FFF2-40B4-BE49-F238E27FC236}">
                <a16:creationId xmlns:a16="http://schemas.microsoft.com/office/drawing/2014/main" id="{2C141D03-0B41-E2FA-08B1-1B94555BF0A0}"/>
              </a:ext>
            </a:extLst>
          </p:cNvPr>
          <p:cNvSpPr txBox="1"/>
          <p:nvPr/>
        </p:nvSpPr>
        <p:spPr>
          <a:xfrm>
            <a:off x="561298" y="1620339"/>
            <a:ext cx="4788496" cy="1015663"/>
          </a:xfrm>
          <a:prstGeom prst="rect">
            <a:avLst/>
          </a:prstGeom>
          <a:noFill/>
        </p:spPr>
        <p:txBody>
          <a:bodyPr wrap="square" lIns="91440" tIns="45720" rIns="91440" bIns="45720" rtlCol="0" anchor="t">
            <a:spAutoFit/>
          </a:bodyPr>
          <a:lstStyle/>
          <a:p>
            <a:r>
              <a:rPr lang="vi-VN" sz="2000" dirty="0" err="1">
                <a:latin typeface="Arial"/>
                <a:ea typeface="+mn-lt"/>
                <a:cs typeface="Arial"/>
              </a:rPr>
              <a:t>System</a:t>
            </a:r>
            <a:r>
              <a:rPr lang="vi-VN" sz="2000" dirty="0">
                <a:latin typeface="Arial"/>
                <a:ea typeface="+mn-lt"/>
                <a:cs typeface="Arial"/>
              </a:rPr>
              <a:t> </a:t>
            </a:r>
            <a:r>
              <a:rPr lang="vi-VN" sz="2000" dirty="0" err="1">
                <a:latin typeface="Arial"/>
                <a:ea typeface="+mn-lt"/>
                <a:cs typeface="Arial"/>
              </a:rPr>
              <a:t>based</a:t>
            </a:r>
            <a:r>
              <a:rPr lang="vi-VN" sz="2000" dirty="0">
                <a:latin typeface="Arial"/>
                <a:ea typeface="+mn-lt"/>
                <a:cs typeface="Arial"/>
              </a:rPr>
              <a:t> </a:t>
            </a:r>
            <a:r>
              <a:rPr lang="vi-VN" sz="2000" dirty="0" err="1">
                <a:latin typeface="Arial"/>
                <a:ea typeface="+mn-lt"/>
                <a:cs typeface="Arial"/>
              </a:rPr>
              <a:t>control</a:t>
            </a:r>
            <a:r>
              <a:rPr lang="vi-VN" sz="2000" dirty="0">
                <a:latin typeface="Arial"/>
                <a:ea typeface="+mn-lt"/>
                <a:cs typeface="Arial"/>
              </a:rPr>
              <a:t> </a:t>
            </a:r>
            <a:r>
              <a:rPr lang="vi-VN" sz="2000" dirty="0" err="1">
                <a:latin typeface="Arial"/>
                <a:ea typeface="+mn-lt"/>
                <a:cs typeface="Arial"/>
              </a:rPr>
              <a:t>of</a:t>
            </a:r>
            <a:r>
              <a:rPr lang="vi-VN" sz="2000" dirty="0">
                <a:latin typeface="Arial"/>
                <a:ea typeface="+mn-lt"/>
                <a:cs typeface="Arial"/>
              </a:rPr>
              <a:t> </a:t>
            </a:r>
            <a:r>
              <a:rPr lang="vi-VN" sz="2000" dirty="0" err="1">
                <a:latin typeface="Arial"/>
                <a:ea typeface="+mn-lt"/>
                <a:cs typeface="Arial"/>
              </a:rPr>
              <a:t>store</a:t>
            </a:r>
            <a:r>
              <a:rPr lang="vi-VN" sz="2000" dirty="0">
                <a:latin typeface="Arial"/>
                <a:ea typeface="+mn-lt"/>
                <a:cs typeface="Arial"/>
              </a:rPr>
              <a:t> </a:t>
            </a:r>
            <a:r>
              <a:rPr lang="vi-VN" sz="2000" dirty="0" err="1">
                <a:latin typeface="Arial"/>
                <a:ea typeface="+mn-lt"/>
                <a:cs typeface="Arial"/>
              </a:rPr>
              <a:t>activities</a:t>
            </a:r>
            <a:r>
              <a:rPr lang="vi-VN" sz="2000" dirty="0">
                <a:latin typeface="Arial"/>
                <a:ea typeface="+mn-lt"/>
                <a:cs typeface="Arial"/>
              </a:rPr>
              <a:t>.</a:t>
            </a:r>
            <a:br>
              <a:rPr lang="vi-VN" sz="2000" dirty="0">
                <a:ea typeface="+mn-lt"/>
                <a:cs typeface="+mn-lt"/>
              </a:rPr>
            </a:br>
            <a:r>
              <a:rPr lang="vi-VN" sz="2000" dirty="0" err="1">
                <a:latin typeface="Arial"/>
                <a:ea typeface="+mn-lt"/>
                <a:cs typeface="Arial"/>
              </a:rPr>
              <a:t>Direct</a:t>
            </a:r>
            <a:r>
              <a:rPr lang="vi-VN" sz="2000" dirty="0">
                <a:latin typeface="Arial"/>
                <a:ea typeface="+mn-lt"/>
                <a:cs typeface="Arial"/>
              </a:rPr>
              <a:t> </a:t>
            </a:r>
            <a:r>
              <a:rPr lang="vi-VN" sz="2000" dirty="0" err="1">
                <a:latin typeface="Arial"/>
                <a:ea typeface="+mn-lt"/>
                <a:cs typeface="Arial"/>
              </a:rPr>
              <a:t>communication</a:t>
            </a:r>
            <a:r>
              <a:rPr lang="vi-VN" sz="2000" dirty="0">
                <a:latin typeface="Arial"/>
                <a:ea typeface="+mn-lt"/>
                <a:cs typeface="Arial"/>
              </a:rPr>
              <a:t> </a:t>
            </a:r>
            <a:r>
              <a:rPr lang="vi-VN" sz="2000" dirty="0" err="1">
                <a:latin typeface="Arial"/>
                <a:ea typeface="+mn-lt"/>
                <a:cs typeface="Arial"/>
              </a:rPr>
              <a:t>channel</a:t>
            </a:r>
            <a:r>
              <a:rPr lang="vi-VN" sz="2000" dirty="0">
                <a:latin typeface="Arial"/>
                <a:ea typeface="+mn-lt"/>
                <a:cs typeface="Arial"/>
              </a:rPr>
              <a:t> </a:t>
            </a:r>
            <a:r>
              <a:rPr lang="vi-VN" sz="2000" dirty="0" err="1">
                <a:latin typeface="Arial"/>
                <a:ea typeface="+mn-lt"/>
                <a:cs typeface="Arial"/>
              </a:rPr>
              <a:t>between</a:t>
            </a:r>
            <a:r>
              <a:rPr lang="vi-VN" sz="2000" dirty="0">
                <a:latin typeface="Arial"/>
                <a:ea typeface="+mn-lt"/>
                <a:cs typeface="Arial"/>
              </a:rPr>
              <a:t> HQ </a:t>
            </a:r>
            <a:r>
              <a:rPr lang="vi-VN" sz="2000" dirty="0" err="1">
                <a:latin typeface="Arial"/>
                <a:ea typeface="+mn-lt"/>
                <a:cs typeface="Arial"/>
              </a:rPr>
              <a:t>and</a:t>
            </a:r>
            <a:r>
              <a:rPr lang="vi-VN" sz="2000" dirty="0">
                <a:latin typeface="Arial"/>
                <a:ea typeface="+mn-lt"/>
                <a:cs typeface="Arial"/>
              </a:rPr>
              <a:t> </a:t>
            </a:r>
            <a:r>
              <a:rPr lang="vi-VN" sz="2000" dirty="0" err="1">
                <a:latin typeface="Arial"/>
                <a:ea typeface="+mn-lt"/>
                <a:cs typeface="Arial"/>
              </a:rPr>
              <a:t>stores</a:t>
            </a:r>
            <a:r>
              <a:rPr lang="vi-VN" sz="2000" dirty="0">
                <a:latin typeface="Arial"/>
                <a:ea typeface="+mn-lt"/>
                <a:cs typeface="Arial"/>
              </a:rPr>
              <a:t>.</a:t>
            </a:r>
          </a:p>
        </p:txBody>
      </p:sp>
      <p:sp>
        <p:nvSpPr>
          <p:cNvPr id="6" name="AutoShape 2">
            <a:extLst>
              <a:ext uri="{FF2B5EF4-FFF2-40B4-BE49-F238E27FC236}">
                <a16:creationId xmlns:a16="http://schemas.microsoft.com/office/drawing/2014/main" id="{FB99D097-5E40-66B3-7307-152817C0D40C}"/>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46BCC2E1-1E0E-6B0A-F3B3-CE5DE5C88C45}"/>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9" name="Slide Number Placeholder 8">
            <a:extLst>
              <a:ext uri="{FF2B5EF4-FFF2-40B4-BE49-F238E27FC236}">
                <a16:creationId xmlns:a16="http://schemas.microsoft.com/office/drawing/2014/main" id="{683C7F70-48C1-F2A7-9240-14584FB7F3CF}"/>
              </a:ext>
            </a:extLst>
          </p:cNvPr>
          <p:cNvSpPr>
            <a:spLocks noGrp="1"/>
          </p:cNvSpPr>
          <p:nvPr>
            <p:ph type="sldNum" sz="quarter" idx="12"/>
          </p:nvPr>
        </p:nvSpPr>
        <p:spPr>
          <a:xfrm>
            <a:off x="9390006" y="6457087"/>
            <a:ext cx="2743200" cy="365125"/>
          </a:xfrm>
        </p:spPr>
        <p:txBody>
          <a:bodyPr/>
          <a:lstStyle/>
          <a:p>
            <a:fld id="{40D408E2-9F58-4229-A8B2-E143E8FD52E1}" type="slidenum">
              <a:rPr lang="en-US" sz="2000" smtClean="0"/>
              <a:t>6</a:t>
            </a:fld>
            <a:endParaRPr lang="en-US" sz="2000"/>
          </a:p>
        </p:txBody>
      </p:sp>
    </p:spTree>
    <p:extLst>
      <p:ext uri="{BB962C8B-B14F-4D97-AF65-F5344CB8AC3E}">
        <p14:creationId xmlns:p14="http://schemas.microsoft.com/office/powerpoint/2010/main" val="261394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05CDB-91E7-5E30-4B30-F50C700AAC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DDB5AA-8CFF-70AA-AF41-C065AEE73352}"/>
              </a:ext>
            </a:extLst>
          </p:cNvPr>
          <p:cNvSpPr txBox="1"/>
          <p:nvPr/>
        </p:nvSpPr>
        <p:spPr>
          <a:xfrm>
            <a:off x="184584" y="16706"/>
            <a:ext cx="7713567" cy="892552"/>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p>
          <a:p>
            <a:endParaRPr lang="vi-VN" sz="2600" b="1">
              <a:solidFill>
                <a:schemeClr val="tx2">
                  <a:lumMod val="75000"/>
                </a:schemeClr>
              </a:solidFill>
              <a:latin typeface="Arial"/>
              <a:cs typeface="Arial"/>
            </a:endParaRPr>
          </a:p>
        </p:txBody>
      </p:sp>
      <p:sp>
        <p:nvSpPr>
          <p:cNvPr id="4" name="TextBox 3">
            <a:extLst>
              <a:ext uri="{FF2B5EF4-FFF2-40B4-BE49-F238E27FC236}">
                <a16:creationId xmlns:a16="http://schemas.microsoft.com/office/drawing/2014/main" id="{84ACE253-D714-50FF-CD98-A5825E8327BF}"/>
              </a:ext>
            </a:extLst>
          </p:cNvPr>
          <p:cNvSpPr txBox="1"/>
          <p:nvPr/>
        </p:nvSpPr>
        <p:spPr>
          <a:xfrm>
            <a:off x="411935" y="569625"/>
            <a:ext cx="7205567" cy="892552"/>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cs typeface="Arial"/>
              </a:rPr>
              <a:t>New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System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Proposal</a:t>
            </a:r>
            <a:endParaRPr lang="vi-VN" sz="2500">
              <a:solidFill>
                <a:schemeClr val="tx2">
                  <a:lumMod val="75000"/>
                </a:schemeClr>
              </a:solidFill>
              <a:latin typeface="Arial"/>
              <a:cs typeface="Arial"/>
            </a:endParaRPr>
          </a:p>
          <a:p>
            <a:endParaRPr lang="vi-VN" sz="2600" b="1">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25E4278C-7EA5-1E02-FC08-B20461FD591D}"/>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pic>
        <p:nvPicPr>
          <p:cNvPr id="10" name="Picture 9">
            <a:extLst>
              <a:ext uri="{FF2B5EF4-FFF2-40B4-BE49-F238E27FC236}">
                <a16:creationId xmlns:a16="http://schemas.microsoft.com/office/drawing/2014/main" id="{AF05F213-3964-6B4A-D8BD-2F631636681D}"/>
              </a:ext>
            </a:extLst>
          </p:cNvPr>
          <p:cNvPicPr>
            <a:picLocks noChangeAspect="1"/>
          </p:cNvPicPr>
          <p:nvPr/>
        </p:nvPicPr>
        <p:blipFill>
          <a:blip r:embed="rId2"/>
          <a:stretch>
            <a:fillRect/>
          </a:stretch>
        </p:blipFill>
        <p:spPr>
          <a:xfrm>
            <a:off x="5067946" y="1836581"/>
            <a:ext cx="6925723" cy="4715088"/>
          </a:xfrm>
          <a:prstGeom prst="rect">
            <a:avLst/>
          </a:prstGeom>
        </p:spPr>
      </p:pic>
      <p:sp>
        <p:nvSpPr>
          <p:cNvPr id="11" name="TextBox 10">
            <a:extLst>
              <a:ext uri="{FF2B5EF4-FFF2-40B4-BE49-F238E27FC236}">
                <a16:creationId xmlns:a16="http://schemas.microsoft.com/office/drawing/2014/main" id="{C1165C7C-7DBC-1F93-4A26-EBC8C269386B}"/>
              </a:ext>
            </a:extLst>
          </p:cNvPr>
          <p:cNvSpPr txBox="1"/>
          <p:nvPr/>
        </p:nvSpPr>
        <p:spPr>
          <a:xfrm>
            <a:off x="411935" y="1278310"/>
            <a:ext cx="7205567" cy="492443"/>
          </a:xfrm>
          <a:prstGeom prst="rect">
            <a:avLst/>
          </a:prstGeom>
          <a:noFill/>
        </p:spPr>
        <p:txBody>
          <a:bodyPr wrap="square" lIns="91440" tIns="45720" rIns="91440" bIns="45720" rtlCol="0" anchor="t">
            <a:spAutoFit/>
          </a:bodyPr>
          <a:lstStyle/>
          <a:p>
            <a:r>
              <a:rPr lang="en-US" sz="2500" b="1">
                <a:solidFill>
                  <a:schemeClr val="tx2">
                    <a:lumMod val="75000"/>
                  </a:schemeClr>
                </a:solidFill>
                <a:latin typeface="Arial"/>
                <a:cs typeface="Arial"/>
              </a:rPr>
              <a:t>HQ management </a:t>
            </a:r>
            <a:r>
              <a:rPr lang="en-US" sz="2500" b="1" err="1">
                <a:solidFill>
                  <a:schemeClr val="tx2">
                    <a:lumMod val="75000"/>
                  </a:schemeClr>
                </a:solidFill>
                <a:latin typeface="Arial"/>
                <a:cs typeface="Arial"/>
              </a:rPr>
              <a:t>sreen</a:t>
            </a:r>
            <a:endParaRPr lang="en-US" sz="2500" b="1">
              <a:solidFill>
                <a:schemeClr val="tx2">
                  <a:lumMod val="75000"/>
                </a:schemeClr>
              </a:solidFill>
              <a:latin typeface="Arial"/>
              <a:cs typeface="Arial"/>
            </a:endParaRPr>
          </a:p>
        </p:txBody>
      </p:sp>
      <p:sp>
        <p:nvSpPr>
          <p:cNvPr id="6" name="TextBox 5">
            <a:extLst>
              <a:ext uri="{FF2B5EF4-FFF2-40B4-BE49-F238E27FC236}">
                <a16:creationId xmlns:a16="http://schemas.microsoft.com/office/drawing/2014/main" id="{7B453347-9C35-A098-0AFE-6DEC737DC6F2}"/>
              </a:ext>
            </a:extLst>
          </p:cNvPr>
          <p:cNvSpPr txBox="1"/>
          <p:nvPr/>
        </p:nvSpPr>
        <p:spPr>
          <a:xfrm>
            <a:off x="765155" y="2231144"/>
            <a:ext cx="3108476" cy="400110"/>
          </a:xfrm>
          <a:prstGeom prst="rect">
            <a:avLst/>
          </a:prstGeom>
          <a:noFill/>
        </p:spPr>
        <p:txBody>
          <a:bodyPr wrap="square" lIns="91440" tIns="45720" rIns="91440" bIns="45720" rtlCol="0" anchor="t">
            <a:spAutoFit/>
          </a:bodyPr>
          <a:lstStyle/>
          <a:p>
            <a:r>
              <a:rPr lang="vi-VN" sz="2000" dirty="0" err="1">
                <a:latin typeface="Arial"/>
                <a:ea typeface="+mn-lt"/>
                <a:cs typeface="Arial"/>
              </a:rPr>
              <a:t>Visualize</a:t>
            </a:r>
            <a:r>
              <a:rPr lang="vi-VN" sz="2000" dirty="0">
                <a:latin typeface="Arial"/>
                <a:ea typeface="+mn-lt"/>
                <a:cs typeface="Arial"/>
              </a:rPr>
              <a:t> </a:t>
            </a:r>
            <a:r>
              <a:rPr lang="vi-VN" sz="2000" dirty="0" err="1">
                <a:latin typeface="Arial"/>
                <a:ea typeface="+mn-lt"/>
                <a:cs typeface="Arial"/>
              </a:rPr>
              <a:t>all</a:t>
            </a:r>
            <a:r>
              <a:rPr lang="vi-VN" sz="2000" dirty="0">
                <a:latin typeface="Arial"/>
                <a:ea typeface="+mn-lt"/>
                <a:cs typeface="Arial"/>
              </a:rPr>
              <a:t> </a:t>
            </a:r>
            <a:r>
              <a:rPr lang="vi-VN" sz="2000" dirty="0" err="1">
                <a:latin typeface="Arial"/>
                <a:ea typeface="+mn-lt"/>
                <a:cs typeface="Arial"/>
              </a:rPr>
              <a:t>workflows</a:t>
            </a:r>
            <a:r>
              <a:rPr lang="vi-VN" sz="2000" dirty="0">
                <a:latin typeface="Arial"/>
                <a:ea typeface="+mn-lt"/>
                <a:cs typeface="Arial"/>
              </a:rPr>
              <a:t>.</a:t>
            </a:r>
            <a:endParaRPr lang="vi-VN" sz="2000" dirty="0">
              <a:latin typeface="Arial"/>
              <a:cs typeface="Arial"/>
            </a:endParaRPr>
          </a:p>
        </p:txBody>
      </p:sp>
      <p:sp>
        <p:nvSpPr>
          <p:cNvPr id="5" name="AutoShape 2">
            <a:extLst>
              <a:ext uri="{FF2B5EF4-FFF2-40B4-BE49-F238E27FC236}">
                <a16:creationId xmlns:a16="http://schemas.microsoft.com/office/drawing/2014/main" id="{337866D5-5C9E-5C67-2634-E8AFAB27BA28}"/>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DAD48888-0654-1FB7-F892-03190CD3AB1C}"/>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8" name="Slide Number Placeholder 7">
            <a:extLst>
              <a:ext uri="{FF2B5EF4-FFF2-40B4-BE49-F238E27FC236}">
                <a16:creationId xmlns:a16="http://schemas.microsoft.com/office/drawing/2014/main" id="{ED8F9763-B32C-0849-A524-F918AF26F9AA}"/>
              </a:ext>
            </a:extLst>
          </p:cNvPr>
          <p:cNvSpPr>
            <a:spLocks noGrp="1"/>
          </p:cNvSpPr>
          <p:nvPr>
            <p:ph type="sldNum" sz="quarter" idx="12"/>
          </p:nvPr>
        </p:nvSpPr>
        <p:spPr>
          <a:xfrm>
            <a:off x="9448800" y="6492875"/>
            <a:ext cx="2743200" cy="365125"/>
          </a:xfrm>
        </p:spPr>
        <p:txBody>
          <a:bodyPr/>
          <a:lstStyle/>
          <a:p>
            <a:fld id="{40D408E2-9F58-4229-A8B2-E143E8FD52E1}" type="slidenum">
              <a:rPr lang="en-US" sz="2000" smtClean="0"/>
              <a:t>7</a:t>
            </a:fld>
            <a:endParaRPr lang="en-US" sz="2000"/>
          </a:p>
        </p:txBody>
      </p:sp>
    </p:spTree>
    <p:extLst>
      <p:ext uri="{BB962C8B-B14F-4D97-AF65-F5344CB8AC3E}">
        <p14:creationId xmlns:p14="http://schemas.microsoft.com/office/powerpoint/2010/main" val="3673172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F6401-0CC9-2320-C4EA-1B4867E41C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1DBD66-C54A-CBAA-5B6E-DFB35565C0E2}"/>
              </a:ext>
            </a:extLst>
          </p:cNvPr>
          <p:cNvSpPr txBox="1"/>
          <p:nvPr/>
        </p:nvSpPr>
        <p:spPr>
          <a:xfrm>
            <a:off x="184584" y="16706"/>
            <a:ext cx="7677281" cy="892552"/>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p>
          <a:p>
            <a:endParaRPr lang="vi-VN" sz="2600" b="1">
              <a:solidFill>
                <a:schemeClr val="tx2">
                  <a:lumMod val="75000"/>
                </a:schemeClr>
              </a:solidFill>
              <a:latin typeface="Arial"/>
              <a:cs typeface="Arial"/>
            </a:endParaRPr>
          </a:p>
        </p:txBody>
      </p:sp>
      <p:sp>
        <p:nvSpPr>
          <p:cNvPr id="4" name="TextBox 3">
            <a:extLst>
              <a:ext uri="{FF2B5EF4-FFF2-40B4-BE49-F238E27FC236}">
                <a16:creationId xmlns:a16="http://schemas.microsoft.com/office/drawing/2014/main" id="{AE968FDE-DE17-68CF-D77C-788E050288EE}"/>
              </a:ext>
            </a:extLst>
          </p:cNvPr>
          <p:cNvSpPr txBox="1"/>
          <p:nvPr/>
        </p:nvSpPr>
        <p:spPr>
          <a:xfrm>
            <a:off x="411935" y="569625"/>
            <a:ext cx="7205567" cy="492443"/>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cs typeface="Arial"/>
              </a:rPr>
              <a:t>New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System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Proposal</a:t>
            </a:r>
            <a:endParaRPr lang="vi-VN" sz="2500" err="1">
              <a:solidFill>
                <a:schemeClr val="tx2">
                  <a:lumMod val="75000"/>
                </a:schemeClr>
              </a:solidFill>
            </a:endParaRPr>
          </a:p>
        </p:txBody>
      </p:sp>
      <p:sp>
        <p:nvSpPr>
          <p:cNvPr id="25" name="TextBox 24">
            <a:extLst>
              <a:ext uri="{FF2B5EF4-FFF2-40B4-BE49-F238E27FC236}">
                <a16:creationId xmlns:a16="http://schemas.microsoft.com/office/drawing/2014/main" id="{6F930E98-982E-3973-9074-4C21F6D640EF}"/>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11" name="TextBox 10">
            <a:extLst>
              <a:ext uri="{FF2B5EF4-FFF2-40B4-BE49-F238E27FC236}">
                <a16:creationId xmlns:a16="http://schemas.microsoft.com/office/drawing/2014/main" id="{4A98FF51-B92E-4274-7E77-A36759E5E094}"/>
              </a:ext>
            </a:extLst>
          </p:cNvPr>
          <p:cNvSpPr txBox="1"/>
          <p:nvPr/>
        </p:nvSpPr>
        <p:spPr>
          <a:xfrm>
            <a:off x="411935" y="1278310"/>
            <a:ext cx="5254347" cy="477054"/>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ea typeface="+mn-lt"/>
                <a:cs typeface="+mn-lt"/>
              </a:rPr>
              <a:t>Store assigned tasks in a library.</a:t>
            </a:r>
            <a:endParaRPr lang="vi-VN" sz="2500" b="1" dirty="0">
              <a:solidFill>
                <a:schemeClr val="tx2">
                  <a:lumMod val="75000"/>
                </a:schemeClr>
              </a:solidFill>
              <a:latin typeface="Arial"/>
              <a:cs typeface="Arial"/>
            </a:endParaRPr>
          </a:p>
        </p:txBody>
      </p:sp>
      <p:pic>
        <p:nvPicPr>
          <p:cNvPr id="8" name="Picture 7">
            <a:extLst>
              <a:ext uri="{FF2B5EF4-FFF2-40B4-BE49-F238E27FC236}">
                <a16:creationId xmlns:a16="http://schemas.microsoft.com/office/drawing/2014/main" id="{B4DC4AFD-FF79-4C94-6349-8A4DA059EEA8}"/>
              </a:ext>
            </a:extLst>
          </p:cNvPr>
          <p:cNvPicPr>
            <a:picLocks noChangeAspect="1"/>
          </p:cNvPicPr>
          <p:nvPr/>
        </p:nvPicPr>
        <p:blipFill>
          <a:blip r:embed="rId2"/>
          <a:stretch>
            <a:fillRect/>
          </a:stretch>
        </p:blipFill>
        <p:spPr>
          <a:xfrm>
            <a:off x="5012227" y="1877215"/>
            <a:ext cx="6981442" cy="4705800"/>
          </a:xfrm>
          <a:prstGeom prst="rect">
            <a:avLst/>
          </a:prstGeom>
        </p:spPr>
      </p:pic>
      <p:sp>
        <p:nvSpPr>
          <p:cNvPr id="5" name="AutoShape 2">
            <a:extLst>
              <a:ext uri="{FF2B5EF4-FFF2-40B4-BE49-F238E27FC236}">
                <a16:creationId xmlns:a16="http://schemas.microsoft.com/office/drawing/2014/main" id="{C7F11574-E3B1-06AD-B223-13229339D1DF}"/>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6" name="Picture 5">
            <a:extLst>
              <a:ext uri="{FF2B5EF4-FFF2-40B4-BE49-F238E27FC236}">
                <a16:creationId xmlns:a16="http://schemas.microsoft.com/office/drawing/2014/main" id="{AA0FABDE-7D67-FCA0-9ACD-DE1B5D751A95}"/>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7" name="Slide Number Placeholder 6">
            <a:extLst>
              <a:ext uri="{FF2B5EF4-FFF2-40B4-BE49-F238E27FC236}">
                <a16:creationId xmlns:a16="http://schemas.microsoft.com/office/drawing/2014/main" id="{77879A21-1489-6CCA-3DA0-522BF16D6C4C}"/>
              </a:ext>
            </a:extLst>
          </p:cNvPr>
          <p:cNvSpPr>
            <a:spLocks noGrp="1"/>
          </p:cNvSpPr>
          <p:nvPr>
            <p:ph type="sldNum" sz="quarter" idx="12"/>
          </p:nvPr>
        </p:nvSpPr>
        <p:spPr>
          <a:xfrm>
            <a:off x="9404996" y="6474766"/>
            <a:ext cx="2743200" cy="365125"/>
          </a:xfrm>
        </p:spPr>
        <p:txBody>
          <a:bodyPr/>
          <a:lstStyle/>
          <a:p>
            <a:fld id="{40D408E2-9F58-4229-A8B2-E143E8FD52E1}" type="slidenum">
              <a:rPr lang="en-US" sz="2000" smtClean="0"/>
              <a:t>8</a:t>
            </a:fld>
            <a:endParaRPr lang="en-US" sz="2000"/>
          </a:p>
        </p:txBody>
      </p:sp>
    </p:spTree>
    <p:extLst>
      <p:ext uri="{BB962C8B-B14F-4D97-AF65-F5344CB8AC3E}">
        <p14:creationId xmlns:p14="http://schemas.microsoft.com/office/powerpoint/2010/main" val="3615695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C46DA-8ACF-0F7C-7728-CD4501369B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810BD3-AD1E-1BBB-FDB8-1852707A2ED1}"/>
              </a:ext>
            </a:extLst>
          </p:cNvPr>
          <p:cNvSpPr txBox="1"/>
          <p:nvPr/>
        </p:nvSpPr>
        <p:spPr>
          <a:xfrm>
            <a:off x="184584" y="16706"/>
            <a:ext cx="7616805" cy="492443"/>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endParaRPr lang="vi-VN" b="1">
              <a:solidFill>
                <a:schemeClr val="tx2">
                  <a:lumMod val="75000"/>
                </a:schemeClr>
              </a:solidFill>
              <a:latin typeface="Arial"/>
              <a:cs typeface="Arial"/>
            </a:endParaRPr>
          </a:p>
        </p:txBody>
      </p:sp>
      <p:sp>
        <p:nvSpPr>
          <p:cNvPr id="4" name="TextBox 3">
            <a:extLst>
              <a:ext uri="{FF2B5EF4-FFF2-40B4-BE49-F238E27FC236}">
                <a16:creationId xmlns:a16="http://schemas.microsoft.com/office/drawing/2014/main" id="{48D761FA-B652-3AAE-FD02-9662EFB34476}"/>
              </a:ext>
            </a:extLst>
          </p:cNvPr>
          <p:cNvSpPr txBox="1"/>
          <p:nvPr/>
        </p:nvSpPr>
        <p:spPr>
          <a:xfrm>
            <a:off x="411935" y="569625"/>
            <a:ext cx="7205567" cy="492443"/>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cs typeface="Arial"/>
              </a:rPr>
              <a:t>New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System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Proposal</a:t>
            </a:r>
            <a:endParaRPr lang="vi-VN" sz="2500" err="1">
              <a:solidFill>
                <a:schemeClr val="tx2">
                  <a:lumMod val="75000"/>
                </a:schemeClr>
              </a:solidFill>
            </a:endParaRPr>
          </a:p>
        </p:txBody>
      </p:sp>
      <p:sp>
        <p:nvSpPr>
          <p:cNvPr id="25" name="TextBox 24">
            <a:extLst>
              <a:ext uri="{FF2B5EF4-FFF2-40B4-BE49-F238E27FC236}">
                <a16:creationId xmlns:a16="http://schemas.microsoft.com/office/drawing/2014/main" id="{041E0863-C702-799F-BE80-B5D6CBFA800D}"/>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11" name="TextBox 10">
            <a:extLst>
              <a:ext uri="{FF2B5EF4-FFF2-40B4-BE49-F238E27FC236}">
                <a16:creationId xmlns:a16="http://schemas.microsoft.com/office/drawing/2014/main" id="{7D34D9F1-A218-91D8-0CB8-78DA4F1543F1}"/>
              </a:ext>
            </a:extLst>
          </p:cNvPr>
          <p:cNvSpPr txBox="1"/>
          <p:nvPr/>
        </p:nvSpPr>
        <p:spPr>
          <a:xfrm>
            <a:off x="416571" y="1219306"/>
            <a:ext cx="4215468" cy="477054"/>
          </a:xfrm>
          <a:prstGeom prst="rect">
            <a:avLst/>
          </a:prstGeom>
          <a:noFill/>
        </p:spPr>
        <p:txBody>
          <a:bodyPr wrap="square" lIns="91440" tIns="45720" rIns="91440" bIns="45720" rtlCol="0" anchor="t">
            <a:spAutoFit/>
          </a:bodyPr>
          <a:lstStyle/>
          <a:p>
            <a:r>
              <a:rPr lang="en-US" sz="2500" b="1">
                <a:solidFill>
                  <a:schemeClr val="tx2">
                    <a:lumMod val="75000"/>
                  </a:schemeClr>
                </a:solidFill>
                <a:latin typeface="Arial"/>
                <a:ea typeface="+mn-lt"/>
                <a:cs typeface="+mn-lt"/>
              </a:rPr>
              <a:t>Task Assignment Details</a:t>
            </a:r>
            <a:endParaRPr lang="vi-VN" sz="2500" b="1">
              <a:solidFill>
                <a:schemeClr val="tx2">
                  <a:lumMod val="75000"/>
                </a:schemeClr>
              </a:solidFill>
              <a:latin typeface="Arial"/>
              <a:cs typeface="Arial"/>
            </a:endParaRPr>
          </a:p>
        </p:txBody>
      </p:sp>
      <p:pic>
        <p:nvPicPr>
          <p:cNvPr id="7" name="Picture 6">
            <a:extLst>
              <a:ext uri="{FF2B5EF4-FFF2-40B4-BE49-F238E27FC236}">
                <a16:creationId xmlns:a16="http://schemas.microsoft.com/office/drawing/2014/main" id="{0F2BAA31-0645-45D1-F10D-CC49CE682C2D}"/>
              </a:ext>
            </a:extLst>
          </p:cNvPr>
          <p:cNvPicPr>
            <a:picLocks noChangeAspect="1"/>
          </p:cNvPicPr>
          <p:nvPr/>
        </p:nvPicPr>
        <p:blipFill>
          <a:blip r:embed="rId2"/>
          <a:stretch>
            <a:fillRect/>
          </a:stretch>
        </p:blipFill>
        <p:spPr>
          <a:xfrm>
            <a:off x="4377128" y="1509701"/>
            <a:ext cx="7616541" cy="3838598"/>
          </a:xfrm>
          <a:prstGeom prst="rect">
            <a:avLst/>
          </a:prstGeom>
        </p:spPr>
      </p:pic>
      <p:sp>
        <p:nvSpPr>
          <p:cNvPr id="5" name="TextBox 4">
            <a:extLst>
              <a:ext uri="{FF2B5EF4-FFF2-40B4-BE49-F238E27FC236}">
                <a16:creationId xmlns:a16="http://schemas.microsoft.com/office/drawing/2014/main" id="{40593DEA-7B0A-36D8-C65F-82026331454E}"/>
              </a:ext>
            </a:extLst>
          </p:cNvPr>
          <p:cNvSpPr txBox="1"/>
          <p:nvPr/>
        </p:nvSpPr>
        <p:spPr>
          <a:xfrm>
            <a:off x="653143" y="2133600"/>
            <a:ext cx="3570514" cy="1015663"/>
          </a:xfrm>
          <a:prstGeom prst="rect">
            <a:avLst/>
          </a:prstGeom>
          <a:noFill/>
        </p:spPr>
        <p:txBody>
          <a:bodyPr wrap="square" lIns="91440" tIns="45720" rIns="91440" bIns="45720" rtlCol="0" anchor="t">
            <a:spAutoFit/>
          </a:bodyPr>
          <a:lstStyle/>
          <a:p>
            <a:r>
              <a:rPr lang="vi-VN" sz="2000" dirty="0" err="1">
                <a:latin typeface="Arial"/>
                <a:ea typeface="+mn-lt"/>
                <a:cs typeface="Arial"/>
              </a:rPr>
              <a:t>Create</a:t>
            </a:r>
            <a:r>
              <a:rPr lang="vi-VN" sz="2000" dirty="0">
                <a:latin typeface="Arial"/>
                <a:ea typeface="+mn-lt"/>
                <a:cs typeface="Arial"/>
              </a:rPr>
              <a:t> </a:t>
            </a:r>
            <a:r>
              <a:rPr lang="vi-VN" sz="2000" dirty="0" err="1">
                <a:latin typeface="Arial"/>
                <a:ea typeface="+mn-lt"/>
                <a:cs typeface="Arial"/>
              </a:rPr>
              <a:t>and</a:t>
            </a:r>
            <a:r>
              <a:rPr lang="vi-VN" sz="2000" dirty="0">
                <a:latin typeface="Arial"/>
                <a:ea typeface="+mn-lt"/>
                <a:cs typeface="Arial"/>
              </a:rPr>
              <a:t> </a:t>
            </a:r>
            <a:r>
              <a:rPr lang="vi-VN" sz="2000" dirty="0" err="1">
                <a:latin typeface="Arial"/>
                <a:ea typeface="+mn-lt"/>
                <a:cs typeface="Arial"/>
              </a:rPr>
              <a:t>manage</a:t>
            </a:r>
            <a:r>
              <a:rPr lang="vi-VN" sz="2000" dirty="0">
                <a:latin typeface="Arial"/>
                <a:ea typeface="+mn-lt"/>
                <a:cs typeface="Arial"/>
              </a:rPr>
              <a:t> </a:t>
            </a:r>
            <a:r>
              <a:rPr lang="vi-VN" sz="2000" dirty="0" err="1">
                <a:latin typeface="Arial"/>
                <a:ea typeface="+mn-lt"/>
                <a:cs typeface="Arial"/>
              </a:rPr>
              <a:t>tasks</a:t>
            </a:r>
            <a:r>
              <a:rPr lang="vi-VN" sz="2000" dirty="0">
                <a:latin typeface="Arial"/>
                <a:ea typeface="+mn-lt"/>
                <a:cs typeface="Arial"/>
              </a:rPr>
              <a:t> </a:t>
            </a:r>
            <a:r>
              <a:rPr lang="vi-VN" sz="2000" dirty="0" err="1">
                <a:latin typeface="Arial"/>
                <a:ea typeface="+mn-lt"/>
                <a:cs typeface="Arial"/>
              </a:rPr>
              <a:t>with</a:t>
            </a:r>
            <a:r>
              <a:rPr lang="vi-VN" sz="2000" dirty="0">
                <a:latin typeface="Arial"/>
                <a:ea typeface="+mn-lt"/>
                <a:cs typeface="Arial"/>
              </a:rPr>
              <a:t> </a:t>
            </a:r>
            <a:r>
              <a:rPr lang="vi-VN" sz="2000" dirty="0" err="1">
                <a:latin typeface="Arial"/>
                <a:ea typeface="+mn-lt"/>
                <a:cs typeface="Arial"/>
              </a:rPr>
              <a:t>multiple</a:t>
            </a:r>
            <a:r>
              <a:rPr lang="vi-VN" sz="2000" dirty="0">
                <a:latin typeface="Arial"/>
                <a:ea typeface="+mn-lt"/>
                <a:cs typeface="Arial"/>
              </a:rPr>
              <a:t> </a:t>
            </a:r>
            <a:r>
              <a:rPr lang="vi-VN" sz="2000" dirty="0" err="1">
                <a:latin typeface="Arial"/>
                <a:ea typeface="+mn-lt"/>
                <a:cs typeface="Arial"/>
              </a:rPr>
              <a:t>completion</a:t>
            </a:r>
            <a:r>
              <a:rPr lang="vi-VN" sz="2000" dirty="0">
                <a:latin typeface="Arial"/>
                <a:ea typeface="+mn-lt"/>
                <a:cs typeface="Arial"/>
              </a:rPr>
              <a:t> </a:t>
            </a:r>
            <a:r>
              <a:rPr lang="vi-VN" sz="2000" dirty="0" err="1">
                <a:latin typeface="Arial"/>
                <a:ea typeface="+mn-lt"/>
                <a:cs typeface="Arial"/>
              </a:rPr>
              <a:t>levels</a:t>
            </a:r>
            <a:r>
              <a:rPr lang="vi-VN" sz="2000" dirty="0">
                <a:latin typeface="Arial"/>
                <a:ea typeface="+mn-lt"/>
                <a:cs typeface="Arial"/>
              </a:rPr>
              <a:t> </a:t>
            </a:r>
            <a:r>
              <a:rPr lang="vi-VN" sz="2000" dirty="0" err="1">
                <a:latin typeface="Arial"/>
                <a:ea typeface="+mn-lt"/>
                <a:cs typeface="Arial"/>
              </a:rPr>
              <a:t>and</a:t>
            </a:r>
            <a:r>
              <a:rPr lang="vi-VN" sz="2000" dirty="0">
                <a:latin typeface="Arial"/>
                <a:ea typeface="+mn-lt"/>
                <a:cs typeface="Arial"/>
              </a:rPr>
              <a:t> </a:t>
            </a:r>
            <a:r>
              <a:rPr lang="vi-VN" sz="2000" dirty="0" err="1">
                <a:latin typeface="Arial"/>
                <a:ea typeface="+mn-lt"/>
                <a:cs typeface="Arial"/>
              </a:rPr>
              <a:t>task</a:t>
            </a:r>
            <a:r>
              <a:rPr lang="vi-VN" sz="2000" dirty="0">
                <a:latin typeface="Arial"/>
                <a:ea typeface="+mn-lt"/>
                <a:cs typeface="Arial"/>
              </a:rPr>
              <a:t> </a:t>
            </a:r>
            <a:r>
              <a:rPr lang="vi-VN" sz="2000" dirty="0" err="1">
                <a:latin typeface="Arial"/>
                <a:ea typeface="+mn-lt"/>
                <a:cs typeface="Arial"/>
              </a:rPr>
              <a:t>series</a:t>
            </a:r>
            <a:r>
              <a:rPr lang="vi-VN" sz="2000" dirty="0">
                <a:latin typeface="Arial"/>
                <a:ea typeface="+mn-lt"/>
                <a:cs typeface="Arial"/>
              </a:rPr>
              <a:t>.</a:t>
            </a:r>
            <a:endParaRPr lang="vi-VN" sz="2000" dirty="0"/>
          </a:p>
        </p:txBody>
      </p:sp>
      <p:sp>
        <p:nvSpPr>
          <p:cNvPr id="6" name="AutoShape 2">
            <a:extLst>
              <a:ext uri="{FF2B5EF4-FFF2-40B4-BE49-F238E27FC236}">
                <a16:creationId xmlns:a16="http://schemas.microsoft.com/office/drawing/2014/main" id="{198345FF-71B6-A2AF-6604-2B3C8122E3FF}"/>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8" name="Picture 7">
            <a:extLst>
              <a:ext uri="{FF2B5EF4-FFF2-40B4-BE49-F238E27FC236}">
                <a16:creationId xmlns:a16="http://schemas.microsoft.com/office/drawing/2014/main" id="{DEA9E626-4DCF-1290-FD04-9C576E0A8B2C}"/>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9" name="Slide Number Placeholder 8">
            <a:extLst>
              <a:ext uri="{FF2B5EF4-FFF2-40B4-BE49-F238E27FC236}">
                <a16:creationId xmlns:a16="http://schemas.microsoft.com/office/drawing/2014/main" id="{A1A872E1-3B6C-27A9-D789-EA83DEC69959}"/>
              </a:ext>
            </a:extLst>
          </p:cNvPr>
          <p:cNvSpPr>
            <a:spLocks noGrp="1"/>
          </p:cNvSpPr>
          <p:nvPr>
            <p:ph type="sldNum" sz="quarter" idx="12"/>
          </p:nvPr>
        </p:nvSpPr>
        <p:spPr>
          <a:xfrm>
            <a:off x="9448800" y="6492875"/>
            <a:ext cx="2743200" cy="365125"/>
          </a:xfrm>
        </p:spPr>
        <p:txBody>
          <a:bodyPr/>
          <a:lstStyle/>
          <a:p>
            <a:fld id="{40D408E2-9F58-4229-A8B2-E143E8FD52E1}" type="slidenum">
              <a:rPr lang="en-US" sz="2000" smtClean="0"/>
              <a:t>9</a:t>
            </a:fld>
            <a:endParaRPr lang="en-US" sz="2000"/>
          </a:p>
        </p:txBody>
      </p:sp>
    </p:spTree>
    <p:extLst>
      <p:ext uri="{BB962C8B-B14F-4D97-AF65-F5344CB8AC3E}">
        <p14:creationId xmlns:p14="http://schemas.microsoft.com/office/powerpoint/2010/main" val="1235491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8474C-63A8-0225-C8F9-481FD4AADB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347628-2BCC-0615-3919-8151011C6269}"/>
              </a:ext>
            </a:extLst>
          </p:cNvPr>
          <p:cNvSpPr txBox="1"/>
          <p:nvPr/>
        </p:nvSpPr>
        <p:spPr>
          <a:xfrm>
            <a:off x="184584" y="16706"/>
            <a:ext cx="7640995" cy="492443"/>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endParaRPr lang="vi-VN" b="1">
              <a:solidFill>
                <a:schemeClr val="tx2">
                  <a:lumMod val="75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ED8B14E-AEE0-BBFD-1BB6-F6C939F44141}"/>
              </a:ext>
            </a:extLst>
          </p:cNvPr>
          <p:cNvSpPr txBox="1"/>
          <p:nvPr/>
        </p:nvSpPr>
        <p:spPr>
          <a:xfrm>
            <a:off x="411935" y="569625"/>
            <a:ext cx="7205567" cy="892552"/>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cs typeface="Arial"/>
              </a:rPr>
              <a:t>New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System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Proposal</a:t>
            </a:r>
            <a:endParaRPr lang="vi-VN" sz="2500" err="1">
              <a:solidFill>
                <a:schemeClr val="tx2">
                  <a:lumMod val="75000"/>
                </a:schemeClr>
              </a:solidFill>
            </a:endParaRPr>
          </a:p>
          <a:p>
            <a:endParaRPr lang="vi-VN" sz="2600" b="1">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0BEDECE0-8554-A573-5CAE-4C4D693D62C1}"/>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11" name="TextBox 10">
            <a:extLst>
              <a:ext uri="{FF2B5EF4-FFF2-40B4-BE49-F238E27FC236}">
                <a16:creationId xmlns:a16="http://schemas.microsoft.com/office/drawing/2014/main" id="{53C16E54-2721-360C-8558-CDDE76EE1172}"/>
              </a:ext>
            </a:extLst>
          </p:cNvPr>
          <p:cNvSpPr txBox="1"/>
          <p:nvPr/>
        </p:nvSpPr>
        <p:spPr>
          <a:xfrm>
            <a:off x="762697" y="1095921"/>
            <a:ext cx="3090613" cy="477054"/>
          </a:xfrm>
          <a:prstGeom prst="rect">
            <a:avLst/>
          </a:prstGeom>
          <a:noFill/>
        </p:spPr>
        <p:txBody>
          <a:bodyPr wrap="square" lIns="91440" tIns="45720" rIns="91440" bIns="45720" rtlCol="0" anchor="t">
            <a:spAutoFit/>
          </a:bodyPr>
          <a:lstStyle/>
          <a:p>
            <a:r>
              <a:rPr lang="en-US" sz="2500" b="1">
                <a:solidFill>
                  <a:schemeClr val="tx2">
                    <a:lumMod val="75000"/>
                  </a:schemeClr>
                </a:solidFill>
                <a:latin typeface="Arial"/>
                <a:ea typeface="+mn-lt"/>
                <a:cs typeface="+mn-lt"/>
              </a:rPr>
              <a:t>Approval Workflow</a:t>
            </a:r>
            <a:endParaRPr lang="vi-VN" sz="2500" b="1">
              <a:solidFill>
                <a:schemeClr val="tx2">
                  <a:lumMod val="75000"/>
                </a:schemeClr>
              </a:solidFill>
              <a:latin typeface="Arial"/>
              <a:cs typeface="Arial"/>
            </a:endParaRPr>
          </a:p>
        </p:txBody>
      </p:sp>
      <p:sp>
        <p:nvSpPr>
          <p:cNvPr id="10" name="Flowchart: Off-page Connector 9">
            <a:extLst>
              <a:ext uri="{FF2B5EF4-FFF2-40B4-BE49-F238E27FC236}">
                <a16:creationId xmlns:a16="http://schemas.microsoft.com/office/drawing/2014/main" id="{750C1343-F897-02DB-A0BA-31879795C386}"/>
              </a:ext>
            </a:extLst>
          </p:cNvPr>
          <p:cNvSpPr/>
          <p:nvPr/>
        </p:nvSpPr>
        <p:spPr>
          <a:xfrm rot="16200000">
            <a:off x="1149170" y="2548407"/>
            <a:ext cx="2308488" cy="2398274"/>
          </a:xfrm>
          <a:prstGeom prst="flowChartOffpageConnector">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F7EF8A-2A83-CA7B-5B2A-D37476653CA7}"/>
              </a:ext>
            </a:extLst>
          </p:cNvPr>
          <p:cNvSpPr txBox="1"/>
          <p:nvPr/>
        </p:nvSpPr>
        <p:spPr>
          <a:xfrm>
            <a:off x="1186646" y="3095405"/>
            <a:ext cx="2233535" cy="1015663"/>
          </a:xfrm>
          <a:prstGeom prst="rect">
            <a:avLst/>
          </a:prstGeom>
          <a:noFill/>
        </p:spPr>
        <p:txBody>
          <a:bodyPr wrap="square" rtlCol="0">
            <a:spAutoFit/>
          </a:bodyPr>
          <a:lstStyle/>
          <a:p>
            <a:r>
              <a:rPr lang="en-US" sz="3000" dirty="0" err="1"/>
              <a:t>Creat</a:t>
            </a:r>
            <a:r>
              <a:rPr lang="en-US" sz="3000" dirty="0"/>
              <a:t> &amp; assign Task</a:t>
            </a:r>
          </a:p>
        </p:txBody>
      </p:sp>
      <p:sp>
        <p:nvSpPr>
          <p:cNvPr id="13" name="Flowchart: Off-page Connector 12">
            <a:extLst>
              <a:ext uri="{FF2B5EF4-FFF2-40B4-BE49-F238E27FC236}">
                <a16:creationId xmlns:a16="http://schemas.microsoft.com/office/drawing/2014/main" id="{E51B279A-F250-C6F0-71D9-A3B5A411FCC7}"/>
              </a:ext>
            </a:extLst>
          </p:cNvPr>
          <p:cNvSpPr/>
          <p:nvPr/>
        </p:nvSpPr>
        <p:spPr>
          <a:xfrm rot="16200000">
            <a:off x="4764298" y="2548407"/>
            <a:ext cx="2308488" cy="2398274"/>
          </a:xfrm>
          <a:prstGeom prst="flowChartOffpageConnector">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727A8A6-2EE5-B7C3-8ED3-74391ECAAA53}"/>
              </a:ext>
            </a:extLst>
          </p:cNvPr>
          <p:cNvSpPr txBox="1"/>
          <p:nvPr/>
        </p:nvSpPr>
        <p:spPr>
          <a:xfrm>
            <a:off x="4835616" y="3095405"/>
            <a:ext cx="2233535" cy="1292662"/>
          </a:xfrm>
          <a:prstGeom prst="rect">
            <a:avLst/>
          </a:prstGeom>
          <a:noFill/>
        </p:spPr>
        <p:txBody>
          <a:bodyPr wrap="square" rtlCol="0">
            <a:spAutoFit/>
          </a:bodyPr>
          <a:lstStyle/>
          <a:p>
            <a:r>
              <a:rPr lang="en-US" sz="2600" dirty="0"/>
              <a:t>Approved by </a:t>
            </a:r>
          </a:p>
          <a:p>
            <a:r>
              <a:rPr lang="en-US" sz="2600" dirty="0"/>
              <a:t>HOD or Dept Meeting</a:t>
            </a:r>
          </a:p>
        </p:txBody>
      </p:sp>
      <p:sp>
        <p:nvSpPr>
          <p:cNvPr id="15" name="Flowchart: Off-page Connector 14">
            <a:extLst>
              <a:ext uri="{FF2B5EF4-FFF2-40B4-BE49-F238E27FC236}">
                <a16:creationId xmlns:a16="http://schemas.microsoft.com/office/drawing/2014/main" id="{E1124512-537E-BCE3-0FFB-3DB1D2D9E2B8}"/>
              </a:ext>
            </a:extLst>
          </p:cNvPr>
          <p:cNvSpPr/>
          <p:nvPr/>
        </p:nvSpPr>
        <p:spPr>
          <a:xfrm rot="16200000">
            <a:off x="8651973" y="2550906"/>
            <a:ext cx="2308488" cy="2398274"/>
          </a:xfrm>
          <a:prstGeom prst="flowChartOffpageConnector">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D1218A9-6149-FDFF-B21A-BC2D78B7B408}"/>
              </a:ext>
            </a:extLst>
          </p:cNvPr>
          <p:cNvSpPr txBox="1"/>
          <p:nvPr/>
        </p:nvSpPr>
        <p:spPr>
          <a:xfrm>
            <a:off x="9256492" y="3464737"/>
            <a:ext cx="1284233" cy="553998"/>
          </a:xfrm>
          <a:prstGeom prst="rect">
            <a:avLst/>
          </a:prstGeom>
          <a:noFill/>
        </p:spPr>
        <p:txBody>
          <a:bodyPr wrap="square" rtlCol="0">
            <a:spAutoFit/>
          </a:bodyPr>
          <a:lstStyle/>
          <a:p>
            <a:r>
              <a:rPr lang="en-US" sz="3000"/>
              <a:t>Store</a:t>
            </a:r>
          </a:p>
        </p:txBody>
      </p:sp>
      <p:sp>
        <p:nvSpPr>
          <p:cNvPr id="5" name="TextBox 4">
            <a:extLst>
              <a:ext uri="{FF2B5EF4-FFF2-40B4-BE49-F238E27FC236}">
                <a16:creationId xmlns:a16="http://schemas.microsoft.com/office/drawing/2014/main" id="{2B230BF1-F52B-14FF-8769-868A622849E4}"/>
              </a:ext>
            </a:extLst>
          </p:cNvPr>
          <p:cNvSpPr txBox="1"/>
          <p:nvPr/>
        </p:nvSpPr>
        <p:spPr>
          <a:xfrm>
            <a:off x="1580219" y="1564174"/>
            <a:ext cx="1016000" cy="861774"/>
          </a:xfrm>
          <a:prstGeom prst="rect">
            <a:avLst/>
          </a:prstGeom>
          <a:noFill/>
        </p:spPr>
        <p:txBody>
          <a:bodyPr wrap="square" rtlCol="0">
            <a:spAutoFit/>
          </a:bodyPr>
          <a:lstStyle/>
          <a:p>
            <a:r>
              <a:rPr lang="en-US" sz="5000">
                <a:latin typeface="Calibri" panose="020F0502020204030204" pitchFamily="34" charset="0"/>
                <a:ea typeface="Calibri" panose="020F0502020204030204" pitchFamily="34" charset="0"/>
                <a:cs typeface="Calibri" panose="020F0502020204030204" pitchFamily="34" charset="0"/>
              </a:rPr>
              <a:t>①</a:t>
            </a:r>
            <a:endParaRPr lang="en-US" sz="5000"/>
          </a:p>
        </p:txBody>
      </p:sp>
      <p:sp>
        <p:nvSpPr>
          <p:cNvPr id="6" name="TextBox 5">
            <a:extLst>
              <a:ext uri="{FF2B5EF4-FFF2-40B4-BE49-F238E27FC236}">
                <a16:creationId xmlns:a16="http://schemas.microsoft.com/office/drawing/2014/main" id="{431C82FC-BD33-D999-2862-40A551F5E2DD}"/>
              </a:ext>
            </a:extLst>
          </p:cNvPr>
          <p:cNvSpPr txBox="1"/>
          <p:nvPr/>
        </p:nvSpPr>
        <p:spPr>
          <a:xfrm>
            <a:off x="9087781" y="1564174"/>
            <a:ext cx="1016000" cy="861774"/>
          </a:xfrm>
          <a:prstGeom prst="rect">
            <a:avLst/>
          </a:prstGeom>
          <a:noFill/>
        </p:spPr>
        <p:txBody>
          <a:bodyPr wrap="square" rtlCol="0">
            <a:spAutoFit/>
          </a:bodyPr>
          <a:lstStyle/>
          <a:p>
            <a:r>
              <a:rPr lang="en-US" sz="5000">
                <a:latin typeface="Calibri" panose="020F0502020204030204" pitchFamily="34" charset="0"/>
                <a:ea typeface="Calibri" panose="020F0502020204030204" pitchFamily="34" charset="0"/>
                <a:cs typeface="Calibri" panose="020F0502020204030204" pitchFamily="34" charset="0"/>
              </a:rPr>
              <a:t>②</a:t>
            </a:r>
            <a:endParaRPr lang="en-US" sz="5000"/>
          </a:p>
        </p:txBody>
      </p:sp>
      <p:sp>
        <p:nvSpPr>
          <p:cNvPr id="7" name="TextBox 6">
            <a:extLst>
              <a:ext uri="{FF2B5EF4-FFF2-40B4-BE49-F238E27FC236}">
                <a16:creationId xmlns:a16="http://schemas.microsoft.com/office/drawing/2014/main" id="{EB7E61E7-9789-4117-AA71-9004A000BB11}"/>
              </a:ext>
            </a:extLst>
          </p:cNvPr>
          <p:cNvSpPr txBox="1"/>
          <p:nvPr/>
        </p:nvSpPr>
        <p:spPr>
          <a:xfrm>
            <a:off x="1580219" y="5069139"/>
            <a:ext cx="1016000" cy="861774"/>
          </a:xfrm>
          <a:prstGeom prst="rect">
            <a:avLst/>
          </a:prstGeom>
          <a:noFill/>
        </p:spPr>
        <p:txBody>
          <a:bodyPr wrap="square" rtlCol="0">
            <a:spAutoFit/>
          </a:bodyPr>
          <a:lstStyle/>
          <a:p>
            <a:r>
              <a:rPr lang="en-US" sz="5000">
                <a:solidFill>
                  <a:schemeClr val="accent2"/>
                </a:solidFill>
                <a:latin typeface="Calibri" panose="020F0502020204030204" pitchFamily="34" charset="0"/>
                <a:ea typeface="Calibri" panose="020F0502020204030204" pitchFamily="34" charset="0"/>
                <a:cs typeface="Calibri" panose="020F0502020204030204" pitchFamily="34" charset="0"/>
              </a:rPr>
              <a:t>①</a:t>
            </a:r>
            <a:endParaRPr lang="en-US" sz="5000">
              <a:solidFill>
                <a:schemeClr val="accent2"/>
              </a:solidFill>
            </a:endParaRPr>
          </a:p>
        </p:txBody>
      </p:sp>
      <p:sp>
        <p:nvSpPr>
          <p:cNvPr id="8" name="TextBox 7">
            <a:extLst>
              <a:ext uri="{FF2B5EF4-FFF2-40B4-BE49-F238E27FC236}">
                <a16:creationId xmlns:a16="http://schemas.microsoft.com/office/drawing/2014/main" id="{10D7A38E-E31C-F0B0-4FDA-9BB7A0269C0E}"/>
              </a:ext>
            </a:extLst>
          </p:cNvPr>
          <p:cNvSpPr txBox="1"/>
          <p:nvPr/>
        </p:nvSpPr>
        <p:spPr>
          <a:xfrm>
            <a:off x="5318029" y="5069139"/>
            <a:ext cx="1016000" cy="861774"/>
          </a:xfrm>
          <a:prstGeom prst="rect">
            <a:avLst/>
          </a:prstGeom>
          <a:noFill/>
        </p:spPr>
        <p:txBody>
          <a:bodyPr wrap="square" rtlCol="0">
            <a:spAutoFit/>
          </a:bodyPr>
          <a:lstStyle/>
          <a:p>
            <a:r>
              <a:rPr lang="en-US" sz="5000">
                <a:solidFill>
                  <a:schemeClr val="accent2"/>
                </a:solidFill>
                <a:latin typeface="Calibri" panose="020F0502020204030204" pitchFamily="34" charset="0"/>
                <a:ea typeface="Calibri" panose="020F0502020204030204" pitchFamily="34" charset="0"/>
                <a:cs typeface="Calibri" panose="020F0502020204030204" pitchFamily="34" charset="0"/>
              </a:rPr>
              <a:t>②</a:t>
            </a:r>
            <a:endParaRPr lang="en-US" sz="5000">
              <a:solidFill>
                <a:schemeClr val="accent2"/>
              </a:solidFill>
            </a:endParaRPr>
          </a:p>
        </p:txBody>
      </p:sp>
      <p:sp>
        <p:nvSpPr>
          <p:cNvPr id="9" name="TextBox 8">
            <a:extLst>
              <a:ext uri="{FF2B5EF4-FFF2-40B4-BE49-F238E27FC236}">
                <a16:creationId xmlns:a16="http://schemas.microsoft.com/office/drawing/2014/main" id="{2FEF9F18-09E9-9AF7-6418-469C6BB574D3}"/>
              </a:ext>
            </a:extLst>
          </p:cNvPr>
          <p:cNvSpPr txBox="1"/>
          <p:nvPr/>
        </p:nvSpPr>
        <p:spPr>
          <a:xfrm>
            <a:off x="9253221" y="5069139"/>
            <a:ext cx="1016000" cy="861774"/>
          </a:xfrm>
          <a:prstGeom prst="rect">
            <a:avLst/>
          </a:prstGeom>
          <a:noFill/>
        </p:spPr>
        <p:txBody>
          <a:bodyPr wrap="square" rtlCol="0">
            <a:spAutoFit/>
          </a:bodyPr>
          <a:lstStyle/>
          <a:p>
            <a:r>
              <a:rPr lang="en-US" sz="5000">
                <a:solidFill>
                  <a:schemeClr val="accent2"/>
                </a:solidFill>
                <a:latin typeface="Calibri" panose="020F0502020204030204" pitchFamily="34" charset="0"/>
                <a:ea typeface="Calibri" panose="020F0502020204030204" pitchFamily="34" charset="0"/>
                <a:cs typeface="Calibri" panose="020F0502020204030204" pitchFamily="34" charset="0"/>
              </a:rPr>
              <a:t>③</a:t>
            </a:r>
            <a:endParaRPr lang="en-US" sz="5000">
              <a:solidFill>
                <a:schemeClr val="accent2"/>
              </a:solidFill>
            </a:endParaRPr>
          </a:p>
        </p:txBody>
      </p:sp>
      <p:cxnSp>
        <p:nvCxnSpPr>
          <p:cNvPr id="18" name="Straight Arrow Connector 17">
            <a:extLst>
              <a:ext uri="{FF2B5EF4-FFF2-40B4-BE49-F238E27FC236}">
                <a16:creationId xmlns:a16="http://schemas.microsoft.com/office/drawing/2014/main" id="{E54245B9-B1F9-F806-BC56-6235C1268846}"/>
              </a:ext>
            </a:extLst>
          </p:cNvPr>
          <p:cNvCxnSpPr>
            <a:cxnSpLocks/>
          </p:cNvCxnSpPr>
          <p:nvPr/>
        </p:nvCxnSpPr>
        <p:spPr>
          <a:xfrm flipV="1">
            <a:off x="2400300" y="1959534"/>
            <a:ext cx="6846743" cy="458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2B07417F-2D97-3608-BC0A-C4395050A05A}"/>
              </a:ext>
            </a:extLst>
          </p:cNvPr>
          <p:cNvCxnSpPr>
            <a:cxnSpLocks/>
          </p:cNvCxnSpPr>
          <p:nvPr/>
        </p:nvCxnSpPr>
        <p:spPr>
          <a:xfrm>
            <a:off x="2409749" y="5512630"/>
            <a:ext cx="3063951" cy="0"/>
          </a:xfrm>
          <a:prstGeom prst="straightConnector1">
            <a:avLst/>
          </a:prstGeom>
          <a:ln>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1285AE27-1A9E-0689-1C7A-BC3D16844059}"/>
              </a:ext>
            </a:extLst>
          </p:cNvPr>
          <p:cNvCxnSpPr>
            <a:cxnSpLocks/>
          </p:cNvCxnSpPr>
          <p:nvPr/>
        </p:nvCxnSpPr>
        <p:spPr>
          <a:xfrm>
            <a:off x="6202249" y="5489707"/>
            <a:ext cx="3208451" cy="0"/>
          </a:xfrm>
          <a:prstGeom prst="straightConnector1">
            <a:avLst/>
          </a:prstGeom>
          <a:ln>
            <a:solidFill>
              <a:schemeClr val="accent2"/>
            </a:solidFill>
            <a:tailEnd type="triangle"/>
          </a:ln>
        </p:spPr>
        <p:style>
          <a:lnRef idx="2">
            <a:schemeClr val="dk1"/>
          </a:lnRef>
          <a:fillRef idx="0">
            <a:schemeClr val="dk1"/>
          </a:fillRef>
          <a:effectRef idx="1">
            <a:schemeClr val="dk1"/>
          </a:effectRef>
          <a:fontRef idx="minor">
            <a:schemeClr val="tx1"/>
          </a:fontRef>
        </p:style>
      </p:cxnSp>
      <p:sp>
        <p:nvSpPr>
          <p:cNvPr id="17" name="AutoShape 2">
            <a:extLst>
              <a:ext uri="{FF2B5EF4-FFF2-40B4-BE49-F238E27FC236}">
                <a16:creationId xmlns:a16="http://schemas.microsoft.com/office/drawing/2014/main" id="{6EBA802B-A619-2761-AF60-3FE0426F95A0}"/>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19" name="Picture 18">
            <a:extLst>
              <a:ext uri="{FF2B5EF4-FFF2-40B4-BE49-F238E27FC236}">
                <a16:creationId xmlns:a16="http://schemas.microsoft.com/office/drawing/2014/main" id="{4A6EC770-E758-2025-B039-FB905EEE3934}"/>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20" name="Slide Number Placeholder 19">
            <a:extLst>
              <a:ext uri="{FF2B5EF4-FFF2-40B4-BE49-F238E27FC236}">
                <a16:creationId xmlns:a16="http://schemas.microsoft.com/office/drawing/2014/main" id="{02C222F7-168F-087D-2616-55989BABEDB9}"/>
              </a:ext>
            </a:extLst>
          </p:cNvPr>
          <p:cNvSpPr>
            <a:spLocks noGrp="1"/>
          </p:cNvSpPr>
          <p:nvPr>
            <p:ph type="sldNum" sz="quarter" idx="12"/>
          </p:nvPr>
        </p:nvSpPr>
        <p:spPr>
          <a:xfrm>
            <a:off x="9388798" y="6492875"/>
            <a:ext cx="2743200" cy="365125"/>
          </a:xfrm>
        </p:spPr>
        <p:txBody>
          <a:bodyPr/>
          <a:lstStyle/>
          <a:p>
            <a:fld id="{40D408E2-9F58-4229-A8B2-E143E8FD52E1}" type="slidenum">
              <a:rPr lang="en-US" sz="2000" smtClean="0"/>
              <a:t>10</a:t>
            </a:fld>
            <a:endParaRPr lang="en-US" sz="2000"/>
          </a:p>
        </p:txBody>
      </p:sp>
    </p:spTree>
    <p:extLst>
      <p:ext uri="{BB962C8B-B14F-4D97-AF65-F5344CB8AC3E}">
        <p14:creationId xmlns:p14="http://schemas.microsoft.com/office/powerpoint/2010/main" val="3373665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36FB-0455-039F-1F6D-0101883E7F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26F1AC-349E-C1FC-ED50-2BA8CEAE7C57}"/>
              </a:ext>
            </a:extLst>
          </p:cNvPr>
          <p:cNvSpPr txBox="1"/>
          <p:nvPr/>
        </p:nvSpPr>
        <p:spPr>
          <a:xfrm>
            <a:off x="184584" y="16706"/>
            <a:ext cx="7568424" cy="892552"/>
          </a:xfrm>
          <a:prstGeom prst="rect">
            <a:avLst/>
          </a:prstGeom>
          <a:noFill/>
        </p:spPr>
        <p:txBody>
          <a:bodyPr wrap="square" lIns="91440" tIns="45720" rIns="91440" bIns="45720" rtlCol="0" anchor="t">
            <a:spAutoFit/>
          </a:bodyPr>
          <a:lstStyle/>
          <a:p>
            <a:r>
              <a:rPr lang="vi-VN" sz="2600" b="1">
                <a:solidFill>
                  <a:schemeClr val="tx2">
                    <a:lumMod val="75000"/>
                  </a:schemeClr>
                </a:solidFill>
                <a:latin typeface="Arial"/>
                <a:cs typeface="Arial"/>
              </a:rPr>
              <a:t>I. TASK ASSIGNMENT MANAGEMENT BY HQ</a:t>
            </a:r>
          </a:p>
          <a:p>
            <a:endParaRPr lang="vi-VN" sz="2600" b="1">
              <a:solidFill>
                <a:schemeClr val="tx2">
                  <a:lumMod val="75000"/>
                </a:schemeClr>
              </a:solidFill>
              <a:latin typeface="Arial"/>
              <a:cs typeface="Arial"/>
            </a:endParaRPr>
          </a:p>
        </p:txBody>
      </p:sp>
      <p:sp>
        <p:nvSpPr>
          <p:cNvPr id="4" name="TextBox 3">
            <a:extLst>
              <a:ext uri="{FF2B5EF4-FFF2-40B4-BE49-F238E27FC236}">
                <a16:creationId xmlns:a16="http://schemas.microsoft.com/office/drawing/2014/main" id="{51062121-83A9-9737-25AE-6B43230FB1CC}"/>
              </a:ext>
            </a:extLst>
          </p:cNvPr>
          <p:cNvSpPr txBox="1"/>
          <p:nvPr/>
        </p:nvSpPr>
        <p:spPr>
          <a:xfrm>
            <a:off x="411935" y="569625"/>
            <a:ext cx="7205567" cy="892552"/>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2. </a:t>
            </a:r>
            <a:r>
              <a:rPr lang="vi-VN" sz="2500" b="1" err="1">
                <a:solidFill>
                  <a:schemeClr val="tx2">
                    <a:lumMod val="75000"/>
                  </a:schemeClr>
                </a:solidFill>
                <a:latin typeface="Arial"/>
                <a:cs typeface="Arial"/>
              </a:rPr>
              <a:t>New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System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Proposal</a:t>
            </a:r>
            <a:endParaRPr lang="vi-VN" err="1">
              <a:solidFill>
                <a:schemeClr val="tx2">
                  <a:lumMod val="75000"/>
                </a:schemeClr>
              </a:solidFill>
            </a:endParaRPr>
          </a:p>
          <a:p>
            <a:endParaRPr lang="vi-VN" sz="2600" b="1">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0AA41BFF-55BC-D126-C2EF-F1A9FB2CDEBE}"/>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11" name="TextBox 10">
            <a:extLst>
              <a:ext uri="{FF2B5EF4-FFF2-40B4-BE49-F238E27FC236}">
                <a16:creationId xmlns:a16="http://schemas.microsoft.com/office/drawing/2014/main" id="{E688DAC7-6647-1A0E-35CD-F305C0D25179}"/>
              </a:ext>
            </a:extLst>
          </p:cNvPr>
          <p:cNvSpPr txBox="1"/>
          <p:nvPr/>
        </p:nvSpPr>
        <p:spPr>
          <a:xfrm>
            <a:off x="667546" y="1078156"/>
            <a:ext cx="3450378" cy="492443"/>
          </a:xfrm>
          <a:prstGeom prst="rect">
            <a:avLst/>
          </a:prstGeom>
          <a:noFill/>
        </p:spPr>
        <p:txBody>
          <a:bodyPr wrap="square" lIns="91440" tIns="45720" rIns="91440" bIns="45720" rtlCol="0" anchor="t">
            <a:spAutoFit/>
          </a:bodyPr>
          <a:lstStyle/>
          <a:p>
            <a:r>
              <a:rPr lang="en-US" sz="2500" b="1">
                <a:solidFill>
                  <a:schemeClr val="tx2">
                    <a:lumMod val="75000"/>
                  </a:schemeClr>
                </a:solidFill>
                <a:latin typeface="Arial"/>
                <a:cs typeface="Arial"/>
              </a:rPr>
              <a:t>Auto Report</a:t>
            </a:r>
            <a:r>
              <a:rPr lang="en-US" sz="2500" b="1">
                <a:solidFill>
                  <a:schemeClr val="tx2">
                    <a:lumMod val="75000"/>
                  </a:schemeClr>
                </a:solidFill>
              </a:rPr>
              <a:t> </a:t>
            </a:r>
          </a:p>
        </p:txBody>
      </p:sp>
      <p:pic>
        <p:nvPicPr>
          <p:cNvPr id="6" name="Picture 5">
            <a:extLst>
              <a:ext uri="{FF2B5EF4-FFF2-40B4-BE49-F238E27FC236}">
                <a16:creationId xmlns:a16="http://schemas.microsoft.com/office/drawing/2014/main" id="{DCC08FF8-EFA9-863E-EA3E-46A6D6AAE2F0}"/>
              </a:ext>
            </a:extLst>
          </p:cNvPr>
          <p:cNvPicPr>
            <a:picLocks noChangeAspect="1"/>
          </p:cNvPicPr>
          <p:nvPr/>
        </p:nvPicPr>
        <p:blipFill>
          <a:blip r:embed="rId2"/>
          <a:stretch>
            <a:fillRect/>
          </a:stretch>
        </p:blipFill>
        <p:spPr>
          <a:xfrm>
            <a:off x="4492602" y="1570599"/>
            <a:ext cx="7162952" cy="4412161"/>
          </a:xfrm>
          <a:prstGeom prst="rect">
            <a:avLst/>
          </a:prstGeom>
        </p:spPr>
      </p:pic>
      <p:sp>
        <p:nvSpPr>
          <p:cNvPr id="7" name="TextBox 6">
            <a:extLst>
              <a:ext uri="{FF2B5EF4-FFF2-40B4-BE49-F238E27FC236}">
                <a16:creationId xmlns:a16="http://schemas.microsoft.com/office/drawing/2014/main" id="{8FFA2A9D-698A-E6F3-425D-AF9B538D120F}"/>
              </a:ext>
            </a:extLst>
          </p:cNvPr>
          <p:cNvSpPr txBox="1"/>
          <p:nvPr/>
        </p:nvSpPr>
        <p:spPr>
          <a:xfrm>
            <a:off x="411935" y="2197100"/>
            <a:ext cx="3742552" cy="1631216"/>
          </a:xfrm>
          <a:prstGeom prst="rect">
            <a:avLst/>
          </a:prstGeom>
          <a:noFill/>
        </p:spPr>
        <p:txBody>
          <a:bodyPr wrap="square" lIns="91440" tIns="45720" rIns="91440" bIns="45720" rtlCol="0" anchor="t">
            <a:spAutoFit/>
          </a:bodyPr>
          <a:lstStyle/>
          <a:p>
            <a:r>
              <a:rPr lang="vi-VN" sz="2000" dirty="0">
                <a:latin typeface="Arial"/>
                <a:ea typeface="+mn-lt"/>
                <a:cs typeface="Arial"/>
              </a:rPr>
              <a:t>The </a:t>
            </a:r>
            <a:r>
              <a:rPr lang="vi-VN" sz="2000" dirty="0" err="1">
                <a:latin typeface="Arial"/>
                <a:ea typeface="+mn-lt"/>
                <a:cs typeface="Arial"/>
              </a:rPr>
              <a:t>system</a:t>
            </a:r>
            <a:r>
              <a:rPr lang="vi-VN" sz="2000" dirty="0">
                <a:latin typeface="Arial"/>
                <a:ea typeface="+mn-lt"/>
                <a:cs typeface="Arial"/>
              </a:rPr>
              <a:t> </a:t>
            </a:r>
            <a:r>
              <a:rPr lang="vi-VN" sz="2000" dirty="0" err="1">
                <a:latin typeface="Arial"/>
                <a:ea typeface="+mn-lt"/>
                <a:cs typeface="Arial"/>
              </a:rPr>
              <a:t>provides</a:t>
            </a:r>
            <a:r>
              <a:rPr lang="vi-VN" sz="2000" dirty="0">
                <a:latin typeface="Arial"/>
                <a:ea typeface="+mn-lt"/>
                <a:cs typeface="Arial"/>
              </a:rPr>
              <a:t> an </a:t>
            </a:r>
            <a:r>
              <a:rPr lang="vi-VN" sz="2000" dirty="0" err="1">
                <a:latin typeface="Arial"/>
                <a:ea typeface="+mn-lt"/>
                <a:cs typeface="Arial"/>
              </a:rPr>
              <a:t>automatic</a:t>
            </a:r>
            <a:r>
              <a:rPr lang="vi-VN" sz="2000" dirty="0">
                <a:latin typeface="Arial"/>
                <a:ea typeface="+mn-lt"/>
                <a:cs typeface="Arial"/>
              </a:rPr>
              <a:t> </a:t>
            </a:r>
            <a:r>
              <a:rPr lang="vi-VN" sz="2000" dirty="0" err="1">
                <a:latin typeface="Arial"/>
                <a:ea typeface="+mn-lt"/>
                <a:cs typeface="Arial"/>
              </a:rPr>
              <a:t>reporting</a:t>
            </a:r>
            <a:r>
              <a:rPr lang="vi-VN" sz="2000" dirty="0">
                <a:latin typeface="Arial"/>
                <a:ea typeface="+mn-lt"/>
                <a:cs typeface="Arial"/>
              </a:rPr>
              <a:t> </a:t>
            </a:r>
            <a:r>
              <a:rPr lang="vi-VN" sz="2000" dirty="0" err="1">
                <a:latin typeface="Arial"/>
                <a:ea typeface="+mn-lt"/>
                <a:cs typeface="Arial"/>
              </a:rPr>
              <a:t>feature</a:t>
            </a:r>
            <a:r>
              <a:rPr lang="vi-VN" sz="2000" dirty="0">
                <a:latin typeface="Arial"/>
                <a:ea typeface="+mn-lt"/>
                <a:cs typeface="Arial"/>
              </a:rPr>
              <a:t> </a:t>
            </a:r>
            <a:r>
              <a:rPr lang="vi-VN" sz="2000" dirty="0" err="1">
                <a:latin typeface="Arial"/>
                <a:ea typeface="+mn-lt"/>
                <a:cs typeface="Arial"/>
              </a:rPr>
              <a:t>that</a:t>
            </a:r>
            <a:r>
              <a:rPr lang="vi-VN" sz="2000" dirty="0">
                <a:latin typeface="Arial"/>
                <a:ea typeface="+mn-lt"/>
                <a:cs typeface="Arial"/>
              </a:rPr>
              <a:t> </a:t>
            </a:r>
            <a:r>
              <a:rPr lang="vi-VN" sz="2000" dirty="0" err="1">
                <a:latin typeface="Arial"/>
                <a:ea typeface="+mn-lt"/>
                <a:cs typeface="Arial"/>
              </a:rPr>
              <a:t>analyzes</a:t>
            </a:r>
            <a:r>
              <a:rPr lang="vi-VN" sz="2000" dirty="0">
                <a:latin typeface="Arial"/>
                <a:ea typeface="+mn-lt"/>
                <a:cs typeface="Arial"/>
              </a:rPr>
              <a:t> </a:t>
            </a:r>
            <a:r>
              <a:rPr lang="vi-VN" sz="2000" dirty="0" err="1">
                <a:latin typeface="Arial"/>
                <a:ea typeface="+mn-lt"/>
                <a:cs typeface="Arial"/>
              </a:rPr>
              <a:t>and</a:t>
            </a:r>
            <a:r>
              <a:rPr lang="vi-VN" sz="2000" dirty="0">
                <a:latin typeface="Arial"/>
                <a:ea typeface="+mn-lt"/>
                <a:cs typeface="Arial"/>
              </a:rPr>
              <a:t> </a:t>
            </a:r>
            <a:r>
              <a:rPr lang="vi-VN" sz="2000" dirty="0" err="1">
                <a:latin typeface="Arial"/>
                <a:ea typeface="+mn-lt"/>
                <a:cs typeface="Arial"/>
              </a:rPr>
              <a:t>generates</a:t>
            </a:r>
            <a:r>
              <a:rPr lang="vi-VN" sz="2000" dirty="0">
                <a:latin typeface="Arial"/>
                <a:ea typeface="+mn-lt"/>
                <a:cs typeface="Arial"/>
              </a:rPr>
              <a:t> </a:t>
            </a:r>
            <a:r>
              <a:rPr lang="vi-VN" sz="2000" dirty="0" err="1">
                <a:latin typeface="Arial"/>
                <a:ea typeface="+mn-lt"/>
                <a:cs typeface="Arial"/>
              </a:rPr>
              <a:t>reports</a:t>
            </a:r>
            <a:r>
              <a:rPr lang="vi-VN" sz="2000" dirty="0">
                <a:latin typeface="Arial"/>
                <a:ea typeface="+mn-lt"/>
                <a:cs typeface="Arial"/>
              </a:rPr>
              <a:t> </a:t>
            </a:r>
            <a:r>
              <a:rPr lang="vi-VN" sz="2000" dirty="0" err="1">
                <a:latin typeface="Arial"/>
                <a:ea typeface="+mn-lt"/>
                <a:cs typeface="Arial"/>
              </a:rPr>
              <a:t>according</a:t>
            </a:r>
            <a:r>
              <a:rPr lang="vi-VN" sz="2000" dirty="0">
                <a:latin typeface="Arial"/>
                <a:ea typeface="+mn-lt"/>
                <a:cs typeface="Arial"/>
              </a:rPr>
              <a:t> to the </a:t>
            </a:r>
            <a:r>
              <a:rPr lang="vi-VN" sz="2000" dirty="0" err="1">
                <a:latin typeface="Arial"/>
                <a:ea typeface="+mn-lt"/>
                <a:cs typeface="Arial"/>
              </a:rPr>
              <a:t>metrics</a:t>
            </a:r>
            <a:r>
              <a:rPr lang="vi-VN" sz="2000" dirty="0">
                <a:latin typeface="Arial"/>
                <a:ea typeface="+mn-lt"/>
                <a:cs typeface="Arial"/>
              </a:rPr>
              <a:t> </a:t>
            </a:r>
            <a:r>
              <a:rPr lang="vi-VN" sz="2000" dirty="0" err="1">
                <a:latin typeface="Arial"/>
                <a:ea typeface="+mn-lt"/>
                <a:cs typeface="Arial"/>
              </a:rPr>
              <a:t>specified</a:t>
            </a:r>
            <a:r>
              <a:rPr lang="vi-VN" sz="2000" dirty="0">
                <a:latin typeface="Arial"/>
                <a:ea typeface="+mn-lt"/>
                <a:cs typeface="Arial"/>
              </a:rPr>
              <a:t> </a:t>
            </a:r>
            <a:r>
              <a:rPr lang="vi-VN" sz="2000" dirty="0" err="1">
                <a:latin typeface="Arial"/>
                <a:ea typeface="+mn-lt"/>
                <a:cs typeface="Arial"/>
              </a:rPr>
              <a:t>by</a:t>
            </a:r>
            <a:r>
              <a:rPr lang="vi-VN" sz="2000" dirty="0">
                <a:latin typeface="Arial"/>
                <a:ea typeface="+mn-lt"/>
                <a:cs typeface="Arial"/>
              </a:rPr>
              <a:t> </a:t>
            </a:r>
            <a:r>
              <a:rPr lang="vi-VN" sz="2000" dirty="0" err="1">
                <a:latin typeface="Arial"/>
                <a:ea typeface="+mn-lt"/>
                <a:cs typeface="Arial"/>
              </a:rPr>
              <a:t>users</a:t>
            </a:r>
            <a:r>
              <a:rPr lang="vi-VN" sz="2000" dirty="0">
                <a:latin typeface="Arial"/>
                <a:ea typeface="+mn-lt"/>
                <a:cs typeface="Arial"/>
              </a:rPr>
              <a:t>.</a:t>
            </a:r>
            <a:endParaRPr lang="vi-VN" sz="2000" dirty="0">
              <a:latin typeface="Arial"/>
              <a:cs typeface="Arial"/>
            </a:endParaRPr>
          </a:p>
        </p:txBody>
      </p:sp>
      <p:sp>
        <p:nvSpPr>
          <p:cNvPr id="5" name="AutoShape 2">
            <a:extLst>
              <a:ext uri="{FF2B5EF4-FFF2-40B4-BE49-F238E27FC236}">
                <a16:creationId xmlns:a16="http://schemas.microsoft.com/office/drawing/2014/main" id="{B45A8B96-D981-CD8B-6353-5188B979F61E}"/>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8" name="Picture 7">
            <a:extLst>
              <a:ext uri="{FF2B5EF4-FFF2-40B4-BE49-F238E27FC236}">
                <a16:creationId xmlns:a16="http://schemas.microsoft.com/office/drawing/2014/main" id="{0A5BFF6F-AB0A-54B9-7DD3-9A59C256A5E0}"/>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9" name="Slide Number Placeholder 8">
            <a:extLst>
              <a:ext uri="{FF2B5EF4-FFF2-40B4-BE49-F238E27FC236}">
                <a16:creationId xmlns:a16="http://schemas.microsoft.com/office/drawing/2014/main" id="{20ED3249-8BD5-3C8D-5143-BBF4F0B75139}"/>
              </a:ext>
            </a:extLst>
          </p:cNvPr>
          <p:cNvSpPr>
            <a:spLocks noGrp="1"/>
          </p:cNvSpPr>
          <p:nvPr>
            <p:ph type="sldNum" sz="quarter" idx="12"/>
          </p:nvPr>
        </p:nvSpPr>
        <p:spPr>
          <a:xfrm>
            <a:off x="9448800" y="6461538"/>
            <a:ext cx="2743200" cy="365125"/>
          </a:xfrm>
        </p:spPr>
        <p:txBody>
          <a:bodyPr/>
          <a:lstStyle/>
          <a:p>
            <a:fld id="{40D408E2-9F58-4229-A8B2-E143E8FD52E1}" type="slidenum">
              <a:rPr lang="en-US" sz="2000" smtClean="0"/>
              <a:t>11</a:t>
            </a:fld>
            <a:endParaRPr lang="en-US" sz="2000"/>
          </a:p>
        </p:txBody>
      </p:sp>
    </p:spTree>
    <p:extLst>
      <p:ext uri="{BB962C8B-B14F-4D97-AF65-F5344CB8AC3E}">
        <p14:creationId xmlns:p14="http://schemas.microsoft.com/office/powerpoint/2010/main" val="205940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46E09-12F6-D065-595D-A94EAF70A21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E656B5C-9B30-3A1D-A49A-2F521C1D7B04}"/>
              </a:ext>
            </a:extLst>
          </p:cNvPr>
          <p:cNvPicPr>
            <a:picLocks noChangeAspect="1"/>
          </p:cNvPicPr>
          <p:nvPr/>
        </p:nvPicPr>
        <p:blipFill>
          <a:blip r:embed="rId2"/>
          <a:stretch>
            <a:fillRect/>
          </a:stretch>
        </p:blipFill>
        <p:spPr>
          <a:xfrm>
            <a:off x="434715" y="790232"/>
            <a:ext cx="11137692" cy="5277535"/>
          </a:xfrm>
          <a:prstGeom prst="rect">
            <a:avLst/>
          </a:prstGeom>
        </p:spPr>
      </p:pic>
      <p:sp>
        <p:nvSpPr>
          <p:cNvPr id="3" name="TextBox 2">
            <a:extLst>
              <a:ext uri="{FF2B5EF4-FFF2-40B4-BE49-F238E27FC236}">
                <a16:creationId xmlns:a16="http://schemas.microsoft.com/office/drawing/2014/main" id="{34CD05C8-0E97-14F3-6EEB-3F2EC4C40018}"/>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p>
        </p:txBody>
      </p:sp>
      <p:sp>
        <p:nvSpPr>
          <p:cNvPr id="7" name="Rectangle 6">
            <a:extLst>
              <a:ext uri="{FF2B5EF4-FFF2-40B4-BE49-F238E27FC236}">
                <a16:creationId xmlns:a16="http://schemas.microsoft.com/office/drawing/2014/main" id="{548B0ABC-4C9A-54EF-1D3B-3A02D912510F}"/>
              </a:ext>
            </a:extLst>
          </p:cNvPr>
          <p:cNvSpPr/>
          <p:nvPr/>
        </p:nvSpPr>
        <p:spPr>
          <a:xfrm>
            <a:off x="2083632" y="2053651"/>
            <a:ext cx="2668249" cy="151400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a:extLst>
              <a:ext uri="{FF2B5EF4-FFF2-40B4-BE49-F238E27FC236}">
                <a16:creationId xmlns:a16="http://schemas.microsoft.com/office/drawing/2014/main" id="{A121FFE4-6DA3-AAF8-196C-A5EBEA3E4A6E}"/>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5" name="Picture 4">
            <a:extLst>
              <a:ext uri="{FF2B5EF4-FFF2-40B4-BE49-F238E27FC236}">
                <a16:creationId xmlns:a16="http://schemas.microsoft.com/office/drawing/2014/main" id="{6D92418D-E682-F52D-B7E9-B27E4AA35680}"/>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8" name="Slide Number Placeholder 7">
            <a:extLst>
              <a:ext uri="{FF2B5EF4-FFF2-40B4-BE49-F238E27FC236}">
                <a16:creationId xmlns:a16="http://schemas.microsoft.com/office/drawing/2014/main" id="{043D5F61-14B5-FB58-3F81-320935D59C43}"/>
              </a:ext>
            </a:extLst>
          </p:cNvPr>
          <p:cNvSpPr>
            <a:spLocks noGrp="1"/>
          </p:cNvSpPr>
          <p:nvPr>
            <p:ph type="sldNum" sz="quarter" idx="12"/>
          </p:nvPr>
        </p:nvSpPr>
        <p:spPr>
          <a:xfrm>
            <a:off x="9448800" y="6492875"/>
            <a:ext cx="2743200" cy="365125"/>
          </a:xfrm>
        </p:spPr>
        <p:txBody>
          <a:bodyPr/>
          <a:lstStyle/>
          <a:p>
            <a:fld id="{40D408E2-9F58-4229-A8B2-E143E8FD52E1}" type="slidenum">
              <a:rPr lang="en-US" sz="2000" smtClean="0"/>
              <a:t>12</a:t>
            </a:fld>
            <a:endParaRPr lang="en-US" sz="2000"/>
          </a:p>
        </p:txBody>
      </p:sp>
    </p:spTree>
    <p:extLst>
      <p:ext uri="{BB962C8B-B14F-4D97-AF65-F5344CB8AC3E}">
        <p14:creationId xmlns:p14="http://schemas.microsoft.com/office/powerpoint/2010/main" val="4066683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E0FD-8216-05CD-8C7D-FB763AB953A7}"/>
            </a:ext>
          </a:extLst>
        </p:cNvPr>
        <p:cNvGrpSpPr/>
        <p:nvPr/>
      </p:nvGrpSpPr>
      <p:grpSpPr>
        <a:xfrm>
          <a:off x="0" y="0"/>
          <a:ext cx="0" cy="0"/>
          <a:chOff x="0" y="0"/>
          <a:chExt cx="0" cy="0"/>
        </a:xfrm>
      </p:grpSpPr>
      <p:cxnSp>
        <p:nvCxnSpPr>
          <p:cNvPr id="31" name="Straight Arrow Connector 30">
            <a:extLst>
              <a:ext uri="{FF2B5EF4-FFF2-40B4-BE49-F238E27FC236}">
                <a16:creationId xmlns:a16="http://schemas.microsoft.com/office/drawing/2014/main" id="{A7CD38B5-A9DB-F6FC-D39B-992389D9E01B}"/>
              </a:ext>
            </a:extLst>
          </p:cNvPr>
          <p:cNvCxnSpPr>
            <a:cxnSpLocks/>
            <a:stCxn id="6" idx="3"/>
            <a:endCxn id="14" idx="1"/>
          </p:cNvCxnSpPr>
          <p:nvPr/>
        </p:nvCxnSpPr>
        <p:spPr>
          <a:xfrm>
            <a:off x="3242284" y="3812760"/>
            <a:ext cx="3566496" cy="20315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0DB0326-D9A5-BFAD-BABE-F3405F240984}"/>
              </a:ext>
            </a:extLst>
          </p:cNvPr>
          <p:cNvCxnSpPr>
            <a:stCxn id="6" idx="3"/>
            <a:endCxn id="13" idx="1"/>
          </p:cNvCxnSpPr>
          <p:nvPr/>
        </p:nvCxnSpPr>
        <p:spPr>
          <a:xfrm>
            <a:off x="3242284" y="3812760"/>
            <a:ext cx="3566496" cy="917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A28A5CC-FDEB-DA22-8E2F-F4F5A29B4C3F}"/>
              </a:ext>
            </a:extLst>
          </p:cNvPr>
          <p:cNvCxnSpPr>
            <a:stCxn id="6" idx="3"/>
            <a:endCxn id="10" idx="1"/>
          </p:cNvCxnSpPr>
          <p:nvPr/>
        </p:nvCxnSpPr>
        <p:spPr>
          <a:xfrm flipV="1">
            <a:off x="3242284" y="3559378"/>
            <a:ext cx="3577986" cy="2533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B7FF728-D751-FF57-9160-7D0D4B2C5629}"/>
              </a:ext>
            </a:extLst>
          </p:cNvPr>
          <p:cNvCxnSpPr>
            <a:stCxn id="6" idx="3"/>
            <a:endCxn id="9" idx="1"/>
          </p:cNvCxnSpPr>
          <p:nvPr/>
        </p:nvCxnSpPr>
        <p:spPr>
          <a:xfrm flipV="1">
            <a:off x="3242284" y="2388594"/>
            <a:ext cx="3577986" cy="1424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1AE0C8A-CEFA-2F90-7127-63A20D316482}"/>
              </a:ext>
            </a:extLst>
          </p:cNvPr>
          <p:cNvCxnSpPr>
            <a:stCxn id="6" idx="3"/>
            <a:endCxn id="8" idx="1"/>
          </p:cNvCxnSpPr>
          <p:nvPr/>
        </p:nvCxnSpPr>
        <p:spPr>
          <a:xfrm flipV="1">
            <a:off x="3242284" y="1269703"/>
            <a:ext cx="3577986" cy="25430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B5E1AF5-0B1C-DDDD-8297-61F67B550597}"/>
              </a:ext>
            </a:extLst>
          </p:cNvPr>
          <p:cNvSpPr txBox="1"/>
          <p:nvPr/>
        </p:nvSpPr>
        <p:spPr>
          <a:xfrm>
            <a:off x="411935" y="569625"/>
            <a:ext cx="7205567" cy="492443"/>
          </a:xfrm>
          <a:prstGeom prst="rect">
            <a:avLst/>
          </a:prstGeom>
          <a:noFill/>
        </p:spPr>
        <p:txBody>
          <a:bodyPr wrap="square" lIns="91440" tIns="45720" rIns="91440" bIns="45720" rtlCol="0" anchor="t">
            <a:spAutoFit/>
          </a:bodyPr>
          <a:lstStyle/>
          <a:p>
            <a:r>
              <a:rPr lang="vi-VN" sz="2500" b="1">
                <a:solidFill>
                  <a:schemeClr val="tx2">
                    <a:lumMod val="75000"/>
                  </a:schemeClr>
                </a:solidFill>
                <a:latin typeface="Arial"/>
                <a:cs typeface="Arial"/>
              </a:rPr>
              <a:t>1. </a:t>
            </a:r>
            <a:r>
              <a:rPr lang="vi-VN" sz="2500" b="1" err="1">
                <a:solidFill>
                  <a:schemeClr val="tx2">
                    <a:lumMod val="75000"/>
                  </a:schemeClr>
                </a:solidFill>
                <a:latin typeface="Arial"/>
                <a:cs typeface="Arial"/>
              </a:rPr>
              <a:t>Problem</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Analysis</a:t>
            </a:r>
            <a:r>
              <a:rPr lang="vi-VN" sz="2500">
                <a:solidFill>
                  <a:schemeClr val="tx2">
                    <a:lumMod val="75000"/>
                  </a:schemeClr>
                </a:solidFill>
                <a:latin typeface="Arial"/>
                <a:cs typeface="Arial"/>
              </a:rPr>
              <a:t> </a:t>
            </a:r>
            <a:endParaRPr lang="vi-VN" sz="2500">
              <a:solidFill>
                <a:schemeClr val="tx2">
                  <a:lumMod val="75000"/>
                </a:schemeClr>
              </a:solidFill>
            </a:endParaRPr>
          </a:p>
        </p:txBody>
      </p:sp>
      <p:sp>
        <p:nvSpPr>
          <p:cNvPr id="25" name="TextBox 24">
            <a:extLst>
              <a:ext uri="{FF2B5EF4-FFF2-40B4-BE49-F238E27FC236}">
                <a16:creationId xmlns:a16="http://schemas.microsoft.com/office/drawing/2014/main" id="{834894B2-5FD7-006B-A336-01F5F4B84CD5}"/>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5" name="TextBox 4">
            <a:extLst>
              <a:ext uri="{FF2B5EF4-FFF2-40B4-BE49-F238E27FC236}">
                <a16:creationId xmlns:a16="http://schemas.microsoft.com/office/drawing/2014/main" id="{EAFAD3A0-4280-CDB3-944F-A72C6B5475F8}"/>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pic>
        <p:nvPicPr>
          <p:cNvPr id="6" name="Picture 5">
            <a:extLst>
              <a:ext uri="{FF2B5EF4-FFF2-40B4-BE49-F238E27FC236}">
                <a16:creationId xmlns:a16="http://schemas.microsoft.com/office/drawing/2014/main" id="{9C6BACC4-753F-EF30-590C-6FE6653C43EF}"/>
              </a:ext>
            </a:extLst>
          </p:cNvPr>
          <p:cNvPicPr>
            <a:picLocks noChangeAspect="1"/>
          </p:cNvPicPr>
          <p:nvPr/>
        </p:nvPicPr>
        <p:blipFill>
          <a:blip r:embed="rId2"/>
          <a:stretch>
            <a:fillRect/>
          </a:stretch>
        </p:blipFill>
        <p:spPr>
          <a:xfrm>
            <a:off x="1463706" y="2890864"/>
            <a:ext cx="1778578" cy="1843791"/>
          </a:xfrm>
          <a:prstGeom prst="rect">
            <a:avLst/>
          </a:prstGeom>
        </p:spPr>
      </p:pic>
      <p:pic>
        <p:nvPicPr>
          <p:cNvPr id="8" name="Picture 7">
            <a:extLst>
              <a:ext uri="{FF2B5EF4-FFF2-40B4-BE49-F238E27FC236}">
                <a16:creationId xmlns:a16="http://schemas.microsoft.com/office/drawing/2014/main" id="{9204D85E-4EE5-304C-3732-505EDFC442D4}"/>
              </a:ext>
            </a:extLst>
          </p:cNvPr>
          <p:cNvPicPr>
            <a:picLocks noChangeAspect="1"/>
          </p:cNvPicPr>
          <p:nvPr/>
        </p:nvPicPr>
        <p:blipFill>
          <a:blip r:embed="rId3"/>
          <a:stretch>
            <a:fillRect/>
          </a:stretch>
        </p:blipFill>
        <p:spPr>
          <a:xfrm>
            <a:off x="6820270" y="748627"/>
            <a:ext cx="980848" cy="1042151"/>
          </a:xfrm>
          <a:prstGeom prst="rect">
            <a:avLst/>
          </a:prstGeom>
        </p:spPr>
      </p:pic>
      <p:pic>
        <p:nvPicPr>
          <p:cNvPr id="9" name="Picture 8">
            <a:extLst>
              <a:ext uri="{FF2B5EF4-FFF2-40B4-BE49-F238E27FC236}">
                <a16:creationId xmlns:a16="http://schemas.microsoft.com/office/drawing/2014/main" id="{5F22DE30-55EF-5199-FF54-ADFA71A30171}"/>
              </a:ext>
            </a:extLst>
          </p:cNvPr>
          <p:cNvPicPr>
            <a:picLocks noChangeAspect="1"/>
          </p:cNvPicPr>
          <p:nvPr/>
        </p:nvPicPr>
        <p:blipFill>
          <a:blip r:embed="rId3"/>
          <a:stretch>
            <a:fillRect/>
          </a:stretch>
        </p:blipFill>
        <p:spPr>
          <a:xfrm>
            <a:off x="6820270" y="1867518"/>
            <a:ext cx="980848" cy="1042151"/>
          </a:xfrm>
          <a:prstGeom prst="rect">
            <a:avLst/>
          </a:prstGeom>
        </p:spPr>
      </p:pic>
      <p:pic>
        <p:nvPicPr>
          <p:cNvPr id="10" name="Picture 9">
            <a:extLst>
              <a:ext uri="{FF2B5EF4-FFF2-40B4-BE49-F238E27FC236}">
                <a16:creationId xmlns:a16="http://schemas.microsoft.com/office/drawing/2014/main" id="{3B06C40E-2117-6B38-719B-9D3C5F8B5C18}"/>
              </a:ext>
            </a:extLst>
          </p:cNvPr>
          <p:cNvPicPr>
            <a:picLocks noChangeAspect="1"/>
          </p:cNvPicPr>
          <p:nvPr/>
        </p:nvPicPr>
        <p:blipFill>
          <a:blip r:embed="rId3"/>
          <a:stretch>
            <a:fillRect/>
          </a:stretch>
        </p:blipFill>
        <p:spPr>
          <a:xfrm>
            <a:off x="6820270" y="3038302"/>
            <a:ext cx="980848" cy="1042151"/>
          </a:xfrm>
          <a:prstGeom prst="rect">
            <a:avLst/>
          </a:prstGeom>
        </p:spPr>
      </p:pic>
      <p:pic>
        <p:nvPicPr>
          <p:cNvPr id="12" name="Picture 11">
            <a:extLst>
              <a:ext uri="{FF2B5EF4-FFF2-40B4-BE49-F238E27FC236}">
                <a16:creationId xmlns:a16="http://schemas.microsoft.com/office/drawing/2014/main" id="{107D9D20-BE9C-FD7E-6A5F-D2B23249EA89}"/>
              </a:ext>
            </a:extLst>
          </p:cNvPr>
          <p:cNvPicPr>
            <a:picLocks noChangeAspect="1"/>
          </p:cNvPicPr>
          <p:nvPr/>
        </p:nvPicPr>
        <p:blipFill>
          <a:blip r:embed="rId3"/>
          <a:stretch>
            <a:fillRect/>
          </a:stretch>
        </p:blipFill>
        <p:spPr>
          <a:xfrm>
            <a:off x="5533607" y="1526704"/>
            <a:ext cx="980848" cy="1042151"/>
          </a:xfrm>
          <a:prstGeom prst="rect">
            <a:avLst/>
          </a:prstGeom>
        </p:spPr>
      </p:pic>
      <p:pic>
        <p:nvPicPr>
          <p:cNvPr id="13" name="Picture 12">
            <a:extLst>
              <a:ext uri="{FF2B5EF4-FFF2-40B4-BE49-F238E27FC236}">
                <a16:creationId xmlns:a16="http://schemas.microsoft.com/office/drawing/2014/main" id="{EB67355A-2D84-3034-9102-7CD7E27F3B9E}"/>
              </a:ext>
            </a:extLst>
          </p:cNvPr>
          <p:cNvPicPr>
            <a:picLocks noChangeAspect="1"/>
          </p:cNvPicPr>
          <p:nvPr/>
        </p:nvPicPr>
        <p:blipFill>
          <a:blip r:embed="rId3"/>
          <a:stretch>
            <a:fillRect/>
          </a:stretch>
        </p:blipFill>
        <p:spPr>
          <a:xfrm>
            <a:off x="6808780" y="4209086"/>
            <a:ext cx="980848" cy="1042151"/>
          </a:xfrm>
          <a:prstGeom prst="rect">
            <a:avLst/>
          </a:prstGeom>
        </p:spPr>
      </p:pic>
      <p:pic>
        <p:nvPicPr>
          <p:cNvPr id="14" name="Picture 13">
            <a:extLst>
              <a:ext uri="{FF2B5EF4-FFF2-40B4-BE49-F238E27FC236}">
                <a16:creationId xmlns:a16="http://schemas.microsoft.com/office/drawing/2014/main" id="{C6CFC6AC-8727-0DD9-85C8-441314C09873}"/>
              </a:ext>
            </a:extLst>
          </p:cNvPr>
          <p:cNvPicPr>
            <a:picLocks noChangeAspect="1"/>
          </p:cNvPicPr>
          <p:nvPr/>
        </p:nvPicPr>
        <p:blipFill>
          <a:blip r:embed="rId3"/>
          <a:stretch>
            <a:fillRect/>
          </a:stretch>
        </p:blipFill>
        <p:spPr>
          <a:xfrm>
            <a:off x="6808780" y="5323194"/>
            <a:ext cx="980848" cy="1042151"/>
          </a:xfrm>
          <a:prstGeom prst="rect">
            <a:avLst/>
          </a:prstGeom>
        </p:spPr>
      </p:pic>
      <p:pic>
        <p:nvPicPr>
          <p:cNvPr id="15" name="Picture 14">
            <a:extLst>
              <a:ext uri="{FF2B5EF4-FFF2-40B4-BE49-F238E27FC236}">
                <a16:creationId xmlns:a16="http://schemas.microsoft.com/office/drawing/2014/main" id="{7DEEC5E9-0DA2-74B3-6252-5EBFBA12AC34}"/>
              </a:ext>
            </a:extLst>
          </p:cNvPr>
          <p:cNvPicPr>
            <a:picLocks noChangeAspect="1"/>
          </p:cNvPicPr>
          <p:nvPr/>
        </p:nvPicPr>
        <p:blipFill>
          <a:blip r:embed="rId3"/>
          <a:stretch>
            <a:fillRect/>
          </a:stretch>
        </p:blipFill>
        <p:spPr>
          <a:xfrm>
            <a:off x="5562097" y="2568855"/>
            <a:ext cx="980848" cy="1042151"/>
          </a:xfrm>
          <a:prstGeom prst="rect">
            <a:avLst/>
          </a:prstGeom>
        </p:spPr>
      </p:pic>
      <p:pic>
        <p:nvPicPr>
          <p:cNvPr id="16" name="Picture 15">
            <a:extLst>
              <a:ext uri="{FF2B5EF4-FFF2-40B4-BE49-F238E27FC236}">
                <a16:creationId xmlns:a16="http://schemas.microsoft.com/office/drawing/2014/main" id="{8FA47952-0CB5-4256-BA62-3320B80E8AFD}"/>
              </a:ext>
            </a:extLst>
          </p:cNvPr>
          <p:cNvPicPr>
            <a:picLocks noChangeAspect="1"/>
          </p:cNvPicPr>
          <p:nvPr/>
        </p:nvPicPr>
        <p:blipFill>
          <a:blip r:embed="rId3"/>
          <a:stretch>
            <a:fillRect/>
          </a:stretch>
        </p:blipFill>
        <p:spPr>
          <a:xfrm>
            <a:off x="5631085" y="3692504"/>
            <a:ext cx="980848" cy="1042151"/>
          </a:xfrm>
          <a:prstGeom prst="rect">
            <a:avLst/>
          </a:prstGeom>
        </p:spPr>
      </p:pic>
      <p:pic>
        <p:nvPicPr>
          <p:cNvPr id="17" name="Picture 16">
            <a:extLst>
              <a:ext uri="{FF2B5EF4-FFF2-40B4-BE49-F238E27FC236}">
                <a16:creationId xmlns:a16="http://schemas.microsoft.com/office/drawing/2014/main" id="{4A6E2C3F-10A7-1AA0-F74C-D337C569DD48}"/>
              </a:ext>
            </a:extLst>
          </p:cNvPr>
          <p:cNvPicPr>
            <a:picLocks noChangeAspect="1"/>
          </p:cNvPicPr>
          <p:nvPr/>
        </p:nvPicPr>
        <p:blipFill>
          <a:blip r:embed="rId3"/>
          <a:stretch>
            <a:fillRect/>
          </a:stretch>
        </p:blipFill>
        <p:spPr>
          <a:xfrm>
            <a:off x="5664530" y="4802119"/>
            <a:ext cx="980848" cy="1042151"/>
          </a:xfrm>
          <a:prstGeom prst="rect">
            <a:avLst/>
          </a:prstGeom>
        </p:spPr>
      </p:pic>
      <p:cxnSp>
        <p:nvCxnSpPr>
          <p:cNvPr id="34" name="Straight Arrow Connector 33">
            <a:extLst>
              <a:ext uri="{FF2B5EF4-FFF2-40B4-BE49-F238E27FC236}">
                <a16:creationId xmlns:a16="http://schemas.microsoft.com/office/drawing/2014/main" id="{2131EF4F-2C0A-1BA3-31E7-5CAE43CC651C}"/>
              </a:ext>
            </a:extLst>
          </p:cNvPr>
          <p:cNvCxnSpPr>
            <a:stCxn id="6" idx="3"/>
            <a:endCxn id="12" idx="1"/>
          </p:cNvCxnSpPr>
          <p:nvPr/>
        </p:nvCxnSpPr>
        <p:spPr>
          <a:xfrm flipV="1">
            <a:off x="3242284" y="2047780"/>
            <a:ext cx="2291323" cy="176498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9793C59-F1C2-F86B-EBAE-1DEDFC51B557}"/>
              </a:ext>
            </a:extLst>
          </p:cNvPr>
          <p:cNvCxnSpPr>
            <a:stCxn id="6" idx="3"/>
            <a:endCxn id="15" idx="1"/>
          </p:cNvCxnSpPr>
          <p:nvPr/>
        </p:nvCxnSpPr>
        <p:spPr>
          <a:xfrm flipV="1">
            <a:off x="3242284" y="3089931"/>
            <a:ext cx="2319813" cy="722829"/>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2033120-67BF-C5A0-CC62-E9976392E463}"/>
              </a:ext>
            </a:extLst>
          </p:cNvPr>
          <p:cNvCxnSpPr>
            <a:stCxn id="6" idx="3"/>
            <a:endCxn id="16" idx="1"/>
          </p:cNvCxnSpPr>
          <p:nvPr/>
        </p:nvCxnSpPr>
        <p:spPr>
          <a:xfrm>
            <a:off x="3242284" y="3812760"/>
            <a:ext cx="2388801" cy="40082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6574C00D-7D7A-818C-B1E9-A1BE8C6C60F9}"/>
              </a:ext>
            </a:extLst>
          </p:cNvPr>
          <p:cNvCxnSpPr>
            <a:stCxn id="6" idx="3"/>
            <a:endCxn id="17" idx="1"/>
          </p:cNvCxnSpPr>
          <p:nvPr/>
        </p:nvCxnSpPr>
        <p:spPr>
          <a:xfrm>
            <a:off x="3242284" y="3812760"/>
            <a:ext cx="2422246" cy="1510435"/>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3FD859F0-84FF-7035-CC3A-7C7B4DCA912D}"/>
              </a:ext>
            </a:extLst>
          </p:cNvPr>
          <p:cNvSpPr/>
          <p:nvPr/>
        </p:nvSpPr>
        <p:spPr>
          <a:xfrm>
            <a:off x="8454452" y="1256514"/>
            <a:ext cx="3117955" cy="483305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1CBDE2F-D7F8-B6D4-C96C-167D2F6C00D0}"/>
              </a:ext>
            </a:extLst>
          </p:cNvPr>
          <p:cNvSpPr txBox="1"/>
          <p:nvPr/>
        </p:nvSpPr>
        <p:spPr>
          <a:xfrm>
            <a:off x="8610943" y="1621335"/>
            <a:ext cx="2650731" cy="4247317"/>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Ø"/>
            </a:pPr>
            <a:r>
              <a:rPr lang="en-US" dirty="0">
                <a:ea typeface="+mn-lt"/>
                <a:cs typeface="+mn-lt"/>
              </a:rPr>
              <a:t>Over 100 tasks are assigned to staff on a daily basis.</a:t>
            </a:r>
            <a:endParaRPr lang="vi-VN" dirty="0">
              <a:ea typeface="+mn-lt"/>
              <a:cs typeface="+mn-lt"/>
            </a:endParaRPr>
          </a:p>
          <a:p>
            <a:endParaRPr lang="vi-VN" dirty="0"/>
          </a:p>
          <a:p>
            <a:pPr marL="285750" indent="-285750">
              <a:buFont typeface="Wingdings" panose="05000000000000000000" pitchFamily="2" charset="2"/>
              <a:buChar char="Ø"/>
            </a:pPr>
            <a:r>
              <a:rPr lang="vi-VN" dirty="0" err="1">
                <a:latin typeface="Arial"/>
                <a:ea typeface="+mn-lt"/>
                <a:cs typeface="Arial"/>
              </a:rPr>
              <a:t>It</a:t>
            </a:r>
            <a:r>
              <a:rPr lang="vi-VN" dirty="0">
                <a:latin typeface="Arial"/>
                <a:ea typeface="+mn-lt"/>
                <a:cs typeface="Arial"/>
              </a:rPr>
              <a:t> </a:t>
            </a:r>
            <a:r>
              <a:rPr lang="vi-VN" dirty="0" err="1">
                <a:latin typeface="Arial"/>
                <a:ea typeface="+mn-lt"/>
                <a:cs typeface="Arial"/>
              </a:rPr>
              <a:t>is</a:t>
            </a:r>
            <a:r>
              <a:rPr lang="vi-VN" dirty="0">
                <a:latin typeface="Arial"/>
                <a:ea typeface="+mn-lt"/>
                <a:cs typeface="Arial"/>
              </a:rPr>
              <a:t> </a:t>
            </a:r>
            <a:r>
              <a:rPr lang="vi-VN" dirty="0" err="1">
                <a:latin typeface="Arial"/>
                <a:ea typeface="+mn-lt"/>
                <a:cs typeface="Arial"/>
              </a:rPr>
              <a:t>challenging</a:t>
            </a:r>
            <a:r>
              <a:rPr lang="vi-VN" dirty="0">
                <a:latin typeface="Arial"/>
                <a:ea typeface="+mn-lt"/>
                <a:cs typeface="Arial"/>
              </a:rPr>
              <a:t> to </a:t>
            </a:r>
            <a:r>
              <a:rPr lang="vi-VN" dirty="0" err="1">
                <a:latin typeface="Arial"/>
                <a:ea typeface="+mn-lt"/>
                <a:cs typeface="Arial"/>
              </a:rPr>
              <a:t>manage</a:t>
            </a:r>
            <a:r>
              <a:rPr lang="vi-VN" dirty="0">
                <a:latin typeface="Arial"/>
                <a:ea typeface="+mn-lt"/>
                <a:cs typeface="Arial"/>
              </a:rPr>
              <a:t> the </a:t>
            </a:r>
            <a:r>
              <a:rPr lang="vi-VN" dirty="0" err="1">
                <a:latin typeface="Arial"/>
                <a:ea typeface="+mn-lt"/>
                <a:cs typeface="Arial"/>
              </a:rPr>
              <a:t>actual</a:t>
            </a:r>
            <a:r>
              <a:rPr lang="vi-VN" dirty="0">
                <a:latin typeface="Arial"/>
                <a:ea typeface="+mn-lt"/>
                <a:cs typeface="Arial"/>
              </a:rPr>
              <a:t> </a:t>
            </a:r>
            <a:r>
              <a:rPr lang="vi-VN" dirty="0" err="1">
                <a:latin typeface="Arial"/>
                <a:ea typeface="+mn-lt"/>
                <a:cs typeface="Arial"/>
              </a:rPr>
              <a:t>workforce</a:t>
            </a:r>
            <a:r>
              <a:rPr lang="vi-VN" dirty="0">
                <a:latin typeface="Arial"/>
                <a:ea typeface="+mn-lt"/>
                <a:cs typeface="Arial"/>
              </a:rPr>
              <a:t> </a:t>
            </a:r>
            <a:r>
              <a:rPr lang="vi-VN" dirty="0" err="1">
                <a:latin typeface="Arial"/>
                <a:ea typeface="+mn-lt"/>
                <a:cs typeface="Arial"/>
              </a:rPr>
              <a:t>situation</a:t>
            </a:r>
            <a:r>
              <a:rPr lang="vi-VN" dirty="0">
                <a:latin typeface="Arial"/>
                <a:ea typeface="+mn-lt"/>
                <a:cs typeface="Arial"/>
              </a:rPr>
              <a:t> in </a:t>
            </a:r>
            <a:r>
              <a:rPr lang="vi-VN" dirty="0" err="1">
                <a:latin typeface="Arial"/>
                <a:ea typeface="+mn-lt"/>
                <a:cs typeface="Arial"/>
              </a:rPr>
              <a:t>each</a:t>
            </a:r>
            <a:r>
              <a:rPr lang="vi-VN" dirty="0">
                <a:latin typeface="Arial"/>
                <a:ea typeface="+mn-lt"/>
                <a:cs typeface="Arial"/>
              </a:rPr>
              <a:t> </a:t>
            </a:r>
            <a:r>
              <a:rPr lang="vi-VN" dirty="0" err="1">
                <a:latin typeface="Arial"/>
                <a:ea typeface="+mn-lt"/>
                <a:cs typeface="Arial"/>
              </a:rPr>
              <a:t>store</a:t>
            </a:r>
            <a:r>
              <a:rPr lang="vi-VN" dirty="0">
                <a:latin typeface="Arial"/>
                <a:ea typeface="+mn-lt"/>
                <a:cs typeface="Arial"/>
              </a:rPr>
              <a:t> </a:t>
            </a:r>
            <a:r>
              <a:rPr lang="vi-VN" dirty="0" err="1">
                <a:latin typeface="Arial"/>
                <a:ea typeface="+mn-lt"/>
                <a:cs typeface="Arial"/>
              </a:rPr>
              <a:t>and</a:t>
            </a:r>
            <a:r>
              <a:rPr lang="vi-VN" dirty="0">
                <a:latin typeface="Arial"/>
                <a:ea typeface="+mn-lt"/>
                <a:cs typeface="Arial"/>
              </a:rPr>
              <a:t> </a:t>
            </a:r>
            <a:r>
              <a:rPr lang="vi-VN" dirty="0" err="1">
                <a:latin typeface="Arial"/>
                <a:ea typeface="+mn-lt"/>
                <a:cs typeface="Arial"/>
              </a:rPr>
              <a:t>region</a:t>
            </a:r>
            <a:r>
              <a:rPr lang="vi-VN" dirty="0">
                <a:latin typeface="Arial"/>
                <a:ea typeface="+mn-lt"/>
                <a:cs typeface="Arial"/>
              </a:rPr>
              <a:t>.</a:t>
            </a:r>
            <a:endParaRPr lang="vi-VN" dirty="0">
              <a:latin typeface="Arial"/>
              <a:cs typeface="Arial"/>
            </a:endParaRPr>
          </a:p>
          <a:p>
            <a:endParaRPr lang="vi-VN" dirty="0"/>
          </a:p>
          <a:p>
            <a:pPr marL="285750" indent="-285750">
              <a:buFont typeface="Wingdings" panose="05000000000000000000" pitchFamily="2" charset="2"/>
              <a:buChar char="Ø"/>
            </a:pPr>
            <a:r>
              <a:rPr lang="vi-VN" dirty="0" err="1">
                <a:latin typeface="Arial"/>
                <a:ea typeface="+mn-lt"/>
                <a:cs typeface="Arial"/>
              </a:rPr>
              <a:t>It</a:t>
            </a:r>
            <a:r>
              <a:rPr lang="vi-VN" dirty="0">
                <a:latin typeface="Arial"/>
                <a:ea typeface="+mn-lt"/>
                <a:cs typeface="Arial"/>
              </a:rPr>
              <a:t> </a:t>
            </a:r>
            <a:r>
              <a:rPr lang="vi-VN" dirty="0" err="1">
                <a:latin typeface="Arial"/>
                <a:ea typeface="+mn-lt"/>
                <a:cs typeface="Arial"/>
              </a:rPr>
              <a:t>is</a:t>
            </a:r>
            <a:r>
              <a:rPr lang="vi-VN" dirty="0">
                <a:latin typeface="Arial"/>
                <a:ea typeface="+mn-lt"/>
                <a:cs typeface="Arial"/>
              </a:rPr>
              <a:t> </a:t>
            </a:r>
            <a:r>
              <a:rPr lang="vi-VN" dirty="0" err="1">
                <a:latin typeface="Arial"/>
                <a:ea typeface="+mn-lt"/>
                <a:cs typeface="Arial"/>
              </a:rPr>
              <a:t>difficult</a:t>
            </a:r>
            <a:r>
              <a:rPr lang="vi-VN" dirty="0">
                <a:latin typeface="Arial"/>
                <a:ea typeface="+mn-lt"/>
                <a:cs typeface="Arial"/>
              </a:rPr>
              <a:t> to </a:t>
            </a:r>
            <a:r>
              <a:rPr lang="vi-VN" dirty="0" err="1">
                <a:latin typeface="Arial"/>
                <a:ea typeface="+mn-lt"/>
                <a:cs typeface="Arial"/>
              </a:rPr>
              <a:t>track</a:t>
            </a:r>
            <a:r>
              <a:rPr lang="vi-VN" dirty="0">
                <a:latin typeface="Arial"/>
                <a:ea typeface="+mn-lt"/>
                <a:cs typeface="Arial"/>
              </a:rPr>
              <a:t> </a:t>
            </a:r>
            <a:r>
              <a:rPr lang="vi-VN" dirty="0" err="1">
                <a:latin typeface="Arial"/>
                <a:ea typeface="+mn-lt"/>
                <a:cs typeface="Arial"/>
              </a:rPr>
              <a:t>and</a:t>
            </a:r>
            <a:r>
              <a:rPr lang="vi-VN" dirty="0">
                <a:latin typeface="Arial"/>
                <a:ea typeface="+mn-lt"/>
                <a:cs typeface="Arial"/>
              </a:rPr>
              <a:t> </a:t>
            </a:r>
            <a:r>
              <a:rPr lang="vi-VN" dirty="0" err="1">
                <a:latin typeface="Arial"/>
                <a:ea typeface="+mn-lt"/>
                <a:cs typeface="Arial"/>
              </a:rPr>
              <a:t>evaluate</a:t>
            </a:r>
            <a:r>
              <a:rPr lang="vi-VN" dirty="0">
                <a:latin typeface="Arial"/>
                <a:ea typeface="+mn-lt"/>
                <a:cs typeface="Arial"/>
              </a:rPr>
              <a:t> </a:t>
            </a:r>
            <a:r>
              <a:rPr lang="vi-VN" dirty="0" err="1">
                <a:latin typeface="Arial"/>
                <a:ea typeface="+mn-lt"/>
                <a:cs typeface="Arial"/>
              </a:rPr>
              <a:t>employee</a:t>
            </a:r>
            <a:r>
              <a:rPr lang="vi-VN" dirty="0">
                <a:latin typeface="Arial"/>
                <a:ea typeface="+mn-lt"/>
                <a:cs typeface="Arial"/>
              </a:rPr>
              <a:t> </a:t>
            </a:r>
            <a:r>
              <a:rPr lang="vi-VN" dirty="0" err="1">
                <a:latin typeface="Arial"/>
                <a:ea typeface="+mn-lt"/>
                <a:cs typeface="Arial"/>
              </a:rPr>
              <a:t>performance</a:t>
            </a:r>
            <a:r>
              <a:rPr lang="vi-VN" dirty="0">
                <a:latin typeface="Arial"/>
                <a:ea typeface="+mn-lt"/>
                <a:cs typeface="Arial"/>
              </a:rPr>
              <a:t> </a:t>
            </a:r>
            <a:r>
              <a:rPr lang="vi-VN" dirty="0" err="1">
                <a:latin typeface="Arial"/>
                <a:ea typeface="+mn-lt"/>
                <a:cs typeface="Arial"/>
              </a:rPr>
              <a:t>effectively</a:t>
            </a:r>
            <a:r>
              <a:rPr lang="vi-VN" dirty="0">
                <a:latin typeface="Arial"/>
                <a:ea typeface="+mn-lt"/>
                <a:cs typeface="Arial"/>
              </a:rPr>
              <a:t>.</a:t>
            </a:r>
            <a:endParaRPr lang="en-US" dirty="0">
              <a:latin typeface="Arial"/>
              <a:cs typeface="Arial"/>
            </a:endParaRPr>
          </a:p>
        </p:txBody>
      </p:sp>
      <p:sp>
        <p:nvSpPr>
          <p:cNvPr id="3" name="TextBox 2">
            <a:extLst>
              <a:ext uri="{FF2B5EF4-FFF2-40B4-BE49-F238E27FC236}">
                <a16:creationId xmlns:a16="http://schemas.microsoft.com/office/drawing/2014/main" id="{2B561ABF-0887-0E83-3F08-D6E1ED75EF56}"/>
              </a:ext>
            </a:extLst>
          </p:cNvPr>
          <p:cNvSpPr txBox="1"/>
          <p:nvPr/>
        </p:nvSpPr>
        <p:spPr>
          <a:xfrm>
            <a:off x="1476875" y="4730161"/>
            <a:ext cx="1928812" cy="338554"/>
          </a:xfrm>
          <a:prstGeom prst="rect">
            <a:avLst/>
          </a:prstGeom>
          <a:noFill/>
        </p:spPr>
        <p:txBody>
          <a:bodyPr wrap="square" rtlCol="0">
            <a:spAutoFit/>
          </a:bodyPr>
          <a:lstStyle/>
          <a:p>
            <a:r>
              <a:rPr lang="vi-VN" sz="1600" b="1">
                <a:solidFill>
                  <a:schemeClr val="tx2">
                    <a:lumMod val="75000"/>
                  </a:schemeClr>
                </a:solidFill>
                <a:latin typeface="Arial" panose="020B0604020202020204" pitchFamily="34" charset="0"/>
                <a:cs typeface="Arial" panose="020B0604020202020204" pitchFamily="34" charset="0"/>
              </a:rPr>
              <a:t>STORE LEADER</a:t>
            </a:r>
            <a:endParaRPr lang="en-US" sz="1600" b="1">
              <a:solidFill>
                <a:schemeClr val="tx2">
                  <a:lumMod val="75000"/>
                </a:schemeClr>
              </a:solidFill>
            </a:endParaRPr>
          </a:p>
        </p:txBody>
      </p:sp>
      <p:sp>
        <p:nvSpPr>
          <p:cNvPr id="7" name="TextBox 6">
            <a:extLst>
              <a:ext uri="{FF2B5EF4-FFF2-40B4-BE49-F238E27FC236}">
                <a16:creationId xmlns:a16="http://schemas.microsoft.com/office/drawing/2014/main" id="{A35BD035-855E-9F50-B3B9-CD3C577D5131}"/>
              </a:ext>
            </a:extLst>
          </p:cNvPr>
          <p:cNvSpPr txBox="1"/>
          <p:nvPr/>
        </p:nvSpPr>
        <p:spPr>
          <a:xfrm>
            <a:off x="5334482" y="6442264"/>
            <a:ext cx="3314841" cy="338554"/>
          </a:xfrm>
          <a:prstGeom prst="rect">
            <a:avLst/>
          </a:prstGeom>
          <a:noFill/>
        </p:spPr>
        <p:txBody>
          <a:bodyPr wrap="square" rtlCol="0">
            <a:spAutoFit/>
          </a:bodyPr>
          <a:lstStyle/>
          <a:p>
            <a:r>
              <a:rPr lang="vi-VN" sz="1600" b="1">
                <a:solidFill>
                  <a:schemeClr val="tx2">
                    <a:lumMod val="75000"/>
                  </a:schemeClr>
                </a:solidFill>
                <a:latin typeface="Arial" panose="020B0604020202020204" pitchFamily="34" charset="0"/>
                <a:cs typeface="Arial" panose="020B0604020202020204" pitchFamily="34" charset="0"/>
              </a:rPr>
              <a:t>EACH STORE OVER 10 STAFFS</a:t>
            </a:r>
            <a:endParaRPr lang="en-US" sz="1600" b="1">
              <a:solidFill>
                <a:schemeClr val="tx2">
                  <a:lumMod val="75000"/>
                </a:schemeClr>
              </a:solidFill>
            </a:endParaRPr>
          </a:p>
        </p:txBody>
      </p:sp>
      <p:sp>
        <p:nvSpPr>
          <p:cNvPr id="11" name="AutoShape 2">
            <a:extLst>
              <a:ext uri="{FF2B5EF4-FFF2-40B4-BE49-F238E27FC236}">
                <a16:creationId xmlns:a16="http://schemas.microsoft.com/office/drawing/2014/main" id="{24FC032C-7653-5E87-5037-293E1138A0E3}"/>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18" name="Picture 17">
            <a:extLst>
              <a:ext uri="{FF2B5EF4-FFF2-40B4-BE49-F238E27FC236}">
                <a16:creationId xmlns:a16="http://schemas.microsoft.com/office/drawing/2014/main" id="{03780438-28DF-61FD-0355-74BE8988C3CE}"/>
              </a:ext>
            </a:extLst>
          </p:cNvPr>
          <p:cNvPicPr>
            <a:picLocks noChangeAspect="1"/>
          </p:cNvPicPr>
          <p:nvPr/>
        </p:nvPicPr>
        <p:blipFill>
          <a:blip r:embed="rId4"/>
          <a:stretch>
            <a:fillRect/>
          </a:stretch>
        </p:blipFill>
        <p:spPr>
          <a:xfrm>
            <a:off x="10381272" y="111060"/>
            <a:ext cx="1713875" cy="381847"/>
          </a:xfrm>
          <a:prstGeom prst="rect">
            <a:avLst/>
          </a:prstGeom>
        </p:spPr>
      </p:pic>
      <p:sp>
        <p:nvSpPr>
          <p:cNvPr id="20" name="Slide Number Placeholder 19">
            <a:extLst>
              <a:ext uri="{FF2B5EF4-FFF2-40B4-BE49-F238E27FC236}">
                <a16:creationId xmlns:a16="http://schemas.microsoft.com/office/drawing/2014/main" id="{5AB860D2-0845-C719-1D44-7B7D05DD1B79}"/>
              </a:ext>
            </a:extLst>
          </p:cNvPr>
          <p:cNvSpPr>
            <a:spLocks noGrp="1"/>
          </p:cNvSpPr>
          <p:nvPr>
            <p:ph type="sldNum" sz="quarter" idx="12"/>
          </p:nvPr>
        </p:nvSpPr>
        <p:spPr>
          <a:xfrm>
            <a:off x="9396918" y="6490324"/>
            <a:ext cx="2743200" cy="365125"/>
          </a:xfrm>
        </p:spPr>
        <p:txBody>
          <a:bodyPr/>
          <a:lstStyle/>
          <a:p>
            <a:fld id="{40D408E2-9F58-4229-A8B2-E143E8FD52E1}" type="slidenum">
              <a:rPr lang="en-US" sz="2000" smtClean="0"/>
              <a:t>13</a:t>
            </a:fld>
            <a:endParaRPr lang="en-US" sz="2000"/>
          </a:p>
        </p:txBody>
      </p:sp>
    </p:spTree>
    <p:extLst>
      <p:ext uri="{BB962C8B-B14F-4D97-AF65-F5344CB8AC3E}">
        <p14:creationId xmlns:p14="http://schemas.microsoft.com/office/powerpoint/2010/main" val="2921139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D9948-0F73-5B9A-C319-F1358A21B2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6178B3-ECD7-B962-A31E-0FC835AB4588}"/>
              </a:ext>
            </a:extLst>
          </p:cNvPr>
          <p:cNvSpPr txBox="1"/>
          <p:nvPr/>
        </p:nvSpPr>
        <p:spPr>
          <a:xfrm>
            <a:off x="316408" y="567022"/>
            <a:ext cx="7205567" cy="492443"/>
          </a:xfrm>
          <a:prstGeom prst="rect">
            <a:avLst/>
          </a:prstGeom>
          <a:noFill/>
        </p:spPr>
        <p:txBody>
          <a:bodyPr wrap="square" lIns="91440" tIns="45720" rIns="91440" bIns="45720" rtlCol="0" anchor="t">
            <a:spAutoFit/>
          </a:bodyPr>
          <a:lstStyle/>
          <a:p>
            <a:r>
              <a:rPr lang="en-US" sz="2500" b="1">
                <a:solidFill>
                  <a:schemeClr val="tx2">
                    <a:lumMod val="75000"/>
                  </a:schemeClr>
                </a:solidFill>
                <a:latin typeface="Arial"/>
                <a:cs typeface="Arial"/>
              </a:rPr>
              <a:t>2. System </a:t>
            </a:r>
            <a:r>
              <a:rPr lang="vi-VN" sz="2500" b="1" err="1">
                <a:solidFill>
                  <a:schemeClr val="tx2">
                    <a:lumMod val="75000"/>
                  </a:schemeClr>
                </a:solidFill>
                <a:latin typeface="Arial"/>
                <a:cs typeface="Arial"/>
              </a:rPr>
              <a:t>Logic</a:t>
            </a:r>
            <a:r>
              <a:rPr lang="vi-VN" sz="2500" b="1">
                <a:solidFill>
                  <a:schemeClr val="tx2">
                    <a:lumMod val="75000"/>
                  </a:schemeClr>
                </a:solidFill>
                <a:latin typeface="Arial"/>
                <a:cs typeface="Arial"/>
              </a:rPr>
              <a:t> &amp; </a:t>
            </a:r>
            <a:r>
              <a:rPr lang="en-US" sz="2500" b="1">
                <a:solidFill>
                  <a:schemeClr val="tx2">
                    <a:lumMod val="75000"/>
                  </a:schemeClr>
                </a:solidFill>
                <a:latin typeface="Arial"/>
                <a:cs typeface="Arial"/>
              </a:rPr>
              <a:t>Flow</a:t>
            </a:r>
            <a:r>
              <a:rPr lang="vi-VN" sz="2500" b="1">
                <a:solidFill>
                  <a:schemeClr val="tx2">
                    <a:lumMod val="75000"/>
                  </a:schemeClr>
                </a:solidFill>
                <a:latin typeface="Arial"/>
                <a:cs typeface="Arial"/>
              </a:rPr>
              <a:t> </a:t>
            </a:r>
            <a:r>
              <a:rPr lang="vi-VN" sz="2500" b="1" err="1">
                <a:solidFill>
                  <a:schemeClr val="tx2">
                    <a:lumMod val="75000"/>
                  </a:schemeClr>
                </a:solidFill>
                <a:latin typeface="Arial"/>
                <a:cs typeface="Arial"/>
              </a:rPr>
              <a:t>of</a:t>
            </a:r>
            <a:r>
              <a:rPr lang="vi-VN" sz="2500" b="1">
                <a:solidFill>
                  <a:schemeClr val="tx2">
                    <a:lumMod val="75000"/>
                  </a:schemeClr>
                </a:solidFill>
                <a:latin typeface="Arial"/>
                <a:cs typeface="Arial"/>
              </a:rPr>
              <a:t> DWS</a:t>
            </a:r>
            <a:endParaRPr lang="en-US" sz="2500" b="1">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A19638EA-6A95-3A76-AC7B-7BEC0A87D45C}"/>
              </a:ext>
            </a:extLst>
          </p:cNvPr>
          <p:cNvSpPr txBox="1"/>
          <p:nvPr/>
        </p:nvSpPr>
        <p:spPr>
          <a:xfrm>
            <a:off x="8906361" y="575280"/>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5" name="TextBox 4">
            <a:extLst>
              <a:ext uri="{FF2B5EF4-FFF2-40B4-BE49-F238E27FC236}">
                <a16:creationId xmlns:a16="http://schemas.microsoft.com/office/drawing/2014/main" id="{0390AF46-191B-4B8B-95CD-5462695813DB}"/>
              </a:ext>
            </a:extLst>
          </p:cNvPr>
          <p:cNvSpPr txBox="1"/>
          <p:nvPr/>
        </p:nvSpPr>
        <p:spPr>
          <a:xfrm>
            <a:off x="89057" y="74579"/>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7" name="Rectangle 6">
            <a:extLst>
              <a:ext uri="{FF2B5EF4-FFF2-40B4-BE49-F238E27FC236}">
                <a16:creationId xmlns:a16="http://schemas.microsoft.com/office/drawing/2014/main" id="{AE418577-9655-A657-8A2F-21292B914D9B}"/>
              </a:ext>
            </a:extLst>
          </p:cNvPr>
          <p:cNvSpPr/>
          <p:nvPr/>
        </p:nvSpPr>
        <p:spPr>
          <a:xfrm>
            <a:off x="382916" y="2034915"/>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FBC3FAE-EDFB-C642-B47E-FFCBD8C76327}"/>
              </a:ext>
            </a:extLst>
          </p:cNvPr>
          <p:cNvSpPr txBox="1"/>
          <p:nvPr/>
        </p:nvSpPr>
        <p:spPr>
          <a:xfrm>
            <a:off x="610266" y="2392088"/>
            <a:ext cx="1266963" cy="923330"/>
          </a:xfrm>
          <a:prstGeom prst="rect">
            <a:avLst/>
          </a:prstGeom>
          <a:noFill/>
        </p:spPr>
        <p:txBody>
          <a:bodyPr wrap="square" lIns="91440" tIns="45720" rIns="91440" bIns="45720" rtlCol="0" anchor="t">
            <a:spAutoFit/>
          </a:bodyPr>
          <a:lstStyle/>
          <a:p>
            <a:r>
              <a:rPr lang="vi-VN" b="1" dirty="0" err="1">
                <a:latin typeface="Aptos"/>
                <a:ea typeface="+mn-lt"/>
                <a:cs typeface="Arial"/>
              </a:rPr>
              <a:t>Build</a:t>
            </a:r>
            <a:r>
              <a:rPr lang="vi-VN" b="1" dirty="0">
                <a:latin typeface="Aptos"/>
                <a:ea typeface="+mn-lt"/>
                <a:cs typeface="Arial"/>
              </a:rPr>
              <a:t> the </a:t>
            </a:r>
            <a:r>
              <a:rPr lang="vi-VN" b="1" dirty="0" err="1">
                <a:latin typeface="Aptos"/>
                <a:ea typeface="+mn-lt"/>
                <a:cs typeface="Arial"/>
              </a:rPr>
              <a:t>Task</a:t>
            </a:r>
            <a:r>
              <a:rPr lang="vi-VN" b="1" dirty="0">
                <a:latin typeface="Aptos"/>
                <a:ea typeface="+mn-lt"/>
                <a:cs typeface="Arial"/>
              </a:rPr>
              <a:t> </a:t>
            </a:r>
            <a:r>
              <a:rPr lang="vi-VN" b="1" dirty="0" err="1">
                <a:latin typeface="Aptos"/>
                <a:ea typeface="+mn-lt"/>
                <a:cs typeface="Arial"/>
              </a:rPr>
              <a:t>Library</a:t>
            </a:r>
            <a:endParaRPr lang="vi-VN" b="1" dirty="0">
              <a:latin typeface="Aptos"/>
              <a:ea typeface="+mn-lt"/>
              <a:cs typeface="Arial"/>
            </a:endParaRPr>
          </a:p>
        </p:txBody>
      </p:sp>
      <p:sp>
        <p:nvSpPr>
          <p:cNvPr id="9" name="Rectangle 8">
            <a:extLst>
              <a:ext uri="{FF2B5EF4-FFF2-40B4-BE49-F238E27FC236}">
                <a16:creationId xmlns:a16="http://schemas.microsoft.com/office/drawing/2014/main" id="{BE0BB980-1CC4-1E67-DA23-4F34361B6C20}"/>
              </a:ext>
            </a:extLst>
          </p:cNvPr>
          <p:cNvSpPr/>
          <p:nvPr/>
        </p:nvSpPr>
        <p:spPr>
          <a:xfrm>
            <a:off x="3008693" y="2034915"/>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8618D17-33AA-8C42-5463-CF3C0C9C132D}"/>
              </a:ext>
            </a:extLst>
          </p:cNvPr>
          <p:cNvSpPr txBox="1"/>
          <p:nvPr/>
        </p:nvSpPr>
        <p:spPr>
          <a:xfrm>
            <a:off x="3141105" y="2253588"/>
            <a:ext cx="1556774" cy="1200329"/>
          </a:xfrm>
          <a:prstGeom prst="rect">
            <a:avLst/>
          </a:prstGeom>
          <a:noFill/>
        </p:spPr>
        <p:txBody>
          <a:bodyPr wrap="square" rtlCol="0">
            <a:spAutoFit/>
          </a:bodyPr>
          <a:lstStyle/>
          <a:p>
            <a:r>
              <a:rPr lang="en-US" b="1" dirty="0"/>
              <a:t>Proposal</a:t>
            </a:r>
          </a:p>
          <a:p>
            <a:r>
              <a:rPr lang="en-US" b="1" dirty="0" err="1"/>
              <a:t>Nessary</a:t>
            </a:r>
            <a:r>
              <a:rPr lang="en-US" b="1" dirty="0"/>
              <a:t> Manhour for each store</a:t>
            </a:r>
          </a:p>
        </p:txBody>
      </p:sp>
      <p:sp>
        <p:nvSpPr>
          <p:cNvPr id="11" name="Rectangle 10">
            <a:extLst>
              <a:ext uri="{FF2B5EF4-FFF2-40B4-BE49-F238E27FC236}">
                <a16:creationId xmlns:a16="http://schemas.microsoft.com/office/drawing/2014/main" id="{167E0A6E-80E9-1420-BC22-AA793826D5A9}"/>
              </a:ext>
            </a:extLst>
          </p:cNvPr>
          <p:cNvSpPr/>
          <p:nvPr/>
        </p:nvSpPr>
        <p:spPr>
          <a:xfrm>
            <a:off x="5449738" y="2034915"/>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6B18A16-60D4-3C33-B930-83EB547BC183}"/>
              </a:ext>
            </a:extLst>
          </p:cNvPr>
          <p:cNvSpPr txBox="1"/>
          <p:nvPr/>
        </p:nvSpPr>
        <p:spPr>
          <a:xfrm>
            <a:off x="5634470" y="2457111"/>
            <a:ext cx="1384386" cy="646331"/>
          </a:xfrm>
          <a:prstGeom prst="rect">
            <a:avLst/>
          </a:prstGeom>
          <a:noFill/>
        </p:spPr>
        <p:txBody>
          <a:bodyPr wrap="square" rtlCol="0">
            <a:spAutoFit/>
          </a:bodyPr>
          <a:lstStyle/>
          <a:p>
            <a:r>
              <a:rPr lang="en-US" b="1" dirty="0" err="1"/>
              <a:t>Creat</a:t>
            </a:r>
            <a:r>
              <a:rPr lang="en-US" b="1" dirty="0"/>
              <a:t> DWS</a:t>
            </a:r>
          </a:p>
          <a:p>
            <a:r>
              <a:rPr lang="en-US" b="1" dirty="0"/>
              <a:t>model</a:t>
            </a:r>
          </a:p>
        </p:txBody>
      </p:sp>
      <p:sp>
        <p:nvSpPr>
          <p:cNvPr id="13" name="Rectangle 12">
            <a:extLst>
              <a:ext uri="{FF2B5EF4-FFF2-40B4-BE49-F238E27FC236}">
                <a16:creationId xmlns:a16="http://schemas.microsoft.com/office/drawing/2014/main" id="{D1F2297D-A3BF-548F-3F90-9A1E758059B5}"/>
              </a:ext>
            </a:extLst>
          </p:cNvPr>
          <p:cNvSpPr/>
          <p:nvPr/>
        </p:nvSpPr>
        <p:spPr>
          <a:xfrm>
            <a:off x="7758371" y="2039978"/>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59DBF35-1400-4473-6CC1-985CCA7FBCCF}"/>
              </a:ext>
            </a:extLst>
          </p:cNvPr>
          <p:cNvSpPr txBox="1"/>
          <p:nvPr/>
        </p:nvSpPr>
        <p:spPr>
          <a:xfrm>
            <a:off x="7910771" y="2148469"/>
            <a:ext cx="1384386" cy="1477328"/>
          </a:xfrm>
          <a:prstGeom prst="rect">
            <a:avLst/>
          </a:prstGeom>
          <a:noFill/>
        </p:spPr>
        <p:txBody>
          <a:bodyPr wrap="square" rtlCol="0">
            <a:spAutoFit/>
          </a:bodyPr>
          <a:lstStyle/>
          <a:p>
            <a:r>
              <a:rPr lang="en-US" b="1" dirty="0"/>
              <a:t>Apply for</a:t>
            </a:r>
          </a:p>
          <a:p>
            <a:r>
              <a:rPr lang="en-US" b="1" dirty="0"/>
              <a:t>Daily WS</a:t>
            </a:r>
          </a:p>
          <a:p>
            <a:r>
              <a:rPr lang="en-US" b="1" dirty="0"/>
              <a:t>&amp; Staff apply </a:t>
            </a:r>
            <a:r>
              <a:rPr lang="en-US" b="1" dirty="0" err="1"/>
              <a:t>Shiftplan</a:t>
            </a:r>
            <a:endParaRPr lang="en-US" b="1" dirty="0"/>
          </a:p>
        </p:txBody>
      </p:sp>
      <p:sp>
        <p:nvSpPr>
          <p:cNvPr id="15" name="Rectangle 14">
            <a:extLst>
              <a:ext uri="{FF2B5EF4-FFF2-40B4-BE49-F238E27FC236}">
                <a16:creationId xmlns:a16="http://schemas.microsoft.com/office/drawing/2014/main" id="{DDA37CF1-C403-B028-9542-F915D892A99C}"/>
              </a:ext>
            </a:extLst>
          </p:cNvPr>
          <p:cNvSpPr/>
          <p:nvPr/>
        </p:nvSpPr>
        <p:spPr>
          <a:xfrm>
            <a:off x="10079348" y="2046157"/>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7E5A858-0F15-F7C1-78C3-4E1468D9AB19}"/>
              </a:ext>
            </a:extLst>
          </p:cNvPr>
          <p:cNvSpPr txBox="1"/>
          <p:nvPr/>
        </p:nvSpPr>
        <p:spPr>
          <a:xfrm>
            <a:off x="10281780" y="2387024"/>
            <a:ext cx="1552283" cy="923330"/>
          </a:xfrm>
          <a:prstGeom prst="rect">
            <a:avLst/>
          </a:prstGeom>
          <a:noFill/>
        </p:spPr>
        <p:txBody>
          <a:bodyPr wrap="square" rtlCol="0">
            <a:spAutoFit/>
          </a:bodyPr>
          <a:lstStyle/>
          <a:p>
            <a:r>
              <a:rPr lang="en-US" b="1" dirty="0"/>
              <a:t>Adjust DWS if have any change</a:t>
            </a:r>
          </a:p>
        </p:txBody>
      </p:sp>
      <p:sp>
        <p:nvSpPr>
          <p:cNvPr id="18" name="TextBox 17">
            <a:extLst>
              <a:ext uri="{FF2B5EF4-FFF2-40B4-BE49-F238E27FC236}">
                <a16:creationId xmlns:a16="http://schemas.microsoft.com/office/drawing/2014/main" id="{B0029CD4-A39C-8D56-B056-573CEC04B01E}"/>
              </a:ext>
            </a:extLst>
          </p:cNvPr>
          <p:cNvSpPr txBox="1"/>
          <p:nvPr/>
        </p:nvSpPr>
        <p:spPr>
          <a:xfrm>
            <a:off x="10381272" y="4496492"/>
            <a:ext cx="1238532" cy="1200329"/>
          </a:xfrm>
          <a:prstGeom prst="rect">
            <a:avLst/>
          </a:prstGeom>
          <a:noFill/>
        </p:spPr>
        <p:txBody>
          <a:bodyPr wrap="square" rtlCol="0">
            <a:spAutoFit/>
          </a:bodyPr>
          <a:lstStyle/>
          <a:p>
            <a:r>
              <a:rPr lang="en-US" b="1" dirty="0"/>
              <a:t>Check &amp; compare time each category</a:t>
            </a:r>
          </a:p>
        </p:txBody>
      </p:sp>
      <p:sp>
        <p:nvSpPr>
          <p:cNvPr id="19" name="Rectangle 18">
            <a:extLst>
              <a:ext uri="{FF2B5EF4-FFF2-40B4-BE49-F238E27FC236}">
                <a16:creationId xmlns:a16="http://schemas.microsoft.com/office/drawing/2014/main" id="{825707EE-5BF0-04E7-2AF4-9A676C8C8B5F}"/>
              </a:ext>
            </a:extLst>
          </p:cNvPr>
          <p:cNvSpPr/>
          <p:nvPr/>
        </p:nvSpPr>
        <p:spPr>
          <a:xfrm>
            <a:off x="10127916" y="4333816"/>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1EBB4C2-9B7F-F1F2-5AE1-FAE1CBFCA0C1}"/>
              </a:ext>
            </a:extLst>
          </p:cNvPr>
          <p:cNvSpPr/>
          <p:nvPr/>
        </p:nvSpPr>
        <p:spPr>
          <a:xfrm>
            <a:off x="7819283" y="4333816"/>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7BBF930-A89D-3A83-7782-CFD87D1D782C}"/>
              </a:ext>
            </a:extLst>
          </p:cNvPr>
          <p:cNvSpPr txBox="1"/>
          <p:nvPr/>
        </p:nvSpPr>
        <p:spPr>
          <a:xfrm>
            <a:off x="8048705" y="4552489"/>
            <a:ext cx="1451198" cy="1200329"/>
          </a:xfrm>
          <a:prstGeom prst="rect">
            <a:avLst/>
          </a:prstGeom>
          <a:noFill/>
        </p:spPr>
        <p:txBody>
          <a:bodyPr wrap="square" rtlCol="0">
            <a:spAutoFit/>
          </a:bodyPr>
          <a:lstStyle/>
          <a:p>
            <a:r>
              <a:rPr lang="en-US" b="1" dirty="0"/>
              <a:t>AM Allocate resources between stores</a:t>
            </a:r>
          </a:p>
        </p:txBody>
      </p:sp>
      <p:sp>
        <p:nvSpPr>
          <p:cNvPr id="26" name="Rectangle 25">
            <a:extLst>
              <a:ext uri="{FF2B5EF4-FFF2-40B4-BE49-F238E27FC236}">
                <a16:creationId xmlns:a16="http://schemas.microsoft.com/office/drawing/2014/main" id="{9EFAEB9D-27DD-5BB8-C6BC-0B8797720893}"/>
              </a:ext>
            </a:extLst>
          </p:cNvPr>
          <p:cNvSpPr/>
          <p:nvPr/>
        </p:nvSpPr>
        <p:spPr>
          <a:xfrm>
            <a:off x="5425812" y="4324275"/>
            <a:ext cx="1689186" cy="163767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0263617-B678-1B66-48E5-61BD36AFDB45}"/>
              </a:ext>
            </a:extLst>
          </p:cNvPr>
          <p:cNvSpPr txBox="1"/>
          <p:nvPr/>
        </p:nvSpPr>
        <p:spPr>
          <a:xfrm>
            <a:off x="5630041" y="4582441"/>
            <a:ext cx="1384386" cy="1200329"/>
          </a:xfrm>
          <a:prstGeom prst="rect">
            <a:avLst/>
          </a:prstGeom>
          <a:noFill/>
        </p:spPr>
        <p:txBody>
          <a:bodyPr wrap="square" rtlCol="0">
            <a:spAutoFit/>
          </a:bodyPr>
          <a:lstStyle/>
          <a:p>
            <a:r>
              <a:rPr lang="en-US" b="1" dirty="0"/>
              <a:t>Final </a:t>
            </a:r>
            <a:r>
              <a:rPr lang="en-US" b="1" dirty="0" err="1"/>
              <a:t>Shiftplan</a:t>
            </a:r>
            <a:r>
              <a:rPr lang="en-US" b="1" dirty="0"/>
              <a:t> &amp; input to HR System</a:t>
            </a:r>
          </a:p>
        </p:txBody>
      </p:sp>
      <p:cxnSp>
        <p:nvCxnSpPr>
          <p:cNvPr id="29" name="Straight Arrow Connector 28">
            <a:extLst>
              <a:ext uri="{FF2B5EF4-FFF2-40B4-BE49-F238E27FC236}">
                <a16:creationId xmlns:a16="http://schemas.microsoft.com/office/drawing/2014/main" id="{E20A9257-ABCF-FA2F-53F6-5C40CD49CC63}"/>
              </a:ext>
            </a:extLst>
          </p:cNvPr>
          <p:cNvCxnSpPr>
            <a:stCxn id="7" idx="3"/>
            <a:endCxn id="9" idx="1"/>
          </p:cNvCxnSpPr>
          <p:nvPr/>
        </p:nvCxnSpPr>
        <p:spPr>
          <a:xfrm>
            <a:off x="2072102" y="2853753"/>
            <a:ext cx="936591"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64FDC24C-DD07-2B2D-1B31-48A79F1D5EC4}"/>
              </a:ext>
            </a:extLst>
          </p:cNvPr>
          <p:cNvCxnSpPr>
            <a:cxnSpLocks/>
            <a:endCxn id="11" idx="1"/>
          </p:cNvCxnSpPr>
          <p:nvPr/>
        </p:nvCxnSpPr>
        <p:spPr>
          <a:xfrm>
            <a:off x="4697879" y="2853753"/>
            <a:ext cx="751859"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BDEADD25-E84C-86DC-4021-88C77553A9BC}"/>
              </a:ext>
            </a:extLst>
          </p:cNvPr>
          <p:cNvCxnSpPr>
            <a:cxnSpLocks/>
            <a:endCxn id="13" idx="1"/>
          </p:cNvCxnSpPr>
          <p:nvPr/>
        </p:nvCxnSpPr>
        <p:spPr>
          <a:xfrm>
            <a:off x="7149867" y="2853753"/>
            <a:ext cx="608504" cy="506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EC3B6FF3-D473-7521-48B0-D695AB681220}"/>
              </a:ext>
            </a:extLst>
          </p:cNvPr>
          <p:cNvCxnSpPr>
            <a:cxnSpLocks/>
          </p:cNvCxnSpPr>
          <p:nvPr/>
        </p:nvCxnSpPr>
        <p:spPr>
          <a:xfrm>
            <a:off x="9470844" y="2848689"/>
            <a:ext cx="608504" cy="506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8EC00B42-6355-1011-BB08-AFCEA7AC9310}"/>
              </a:ext>
            </a:extLst>
          </p:cNvPr>
          <p:cNvCxnSpPr>
            <a:cxnSpLocks/>
            <a:stCxn id="15" idx="2"/>
          </p:cNvCxnSpPr>
          <p:nvPr/>
        </p:nvCxnSpPr>
        <p:spPr>
          <a:xfrm>
            <a:off x="10923941" y="3683833"/>
            <a:ext cx="15686" cy="64332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56182F5C-80AD-DBF5-14E5-031F1C8646B5}"/>
              </a:ext>
            </a:extLst>
          </p:cNvPr>
          <p:cNvCxnSpPr>
            <a:cxnSpLocks/>
            <a:stCxn id="19" idx="1"/>
            <a:endCxn id="22" idx="3"/>
          </p:cNvCxnSpPr>
          <p:nvPr/>
        </p:nvCxnSpPr>
        <p:spPr>
          <a:xfrm flipH="1">
            <a:off x="9508469" y="5152654"/>
            <a:ext cx="619447"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8584D567-2D50-FD68-6C89-96E490DA5ED7}"/>
              </a:ext>
            </a:extLst>
          </p:cNvPr>
          <p:cNvCxnSpPr>
            <a:stCxn id="22" idx="1"/>
            <a:endCxn id="26" idx="3"/>
          </p:cNvCxnSpPr>
          <p:nvPr/>
        </p:nvCxnSpPr>
        <p:spPr>
          <a:xfrm flipH="1" flipV="1">
            <a:off x="7114998" y="5143113"/>
            <a:ext cx="704285" cy="954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51" name="TextBox 50">
            <a:extLst>
              <a:ext uri="{FF2B5EF4-FFF2-40B4-BE49-F238E27FC236}">
                <a16:creationId xmlns:a16="http://schemas.microsoft.com/office/drawing/2014/main" id="{FB3AA2D3-8BA2-D41D-E3E2-780A412088E3}"/>
              </a:ext>
            </a:extLst>
          </p:cNvPr>
          <p:cNvSpPr txBox="1"/>
          <p:nvPr/>
        </p:nvSpPr>
        <p:spPr>
          <a:xfrm>
            <a:off x="809944" y="1634805"/>
            <a:ext cx="916231" cy="400110"/>
          </a:xfrm>
          <a:prstGeom prst="rect">
            <a:avLst/>
          </a:prstGeom>
          <a:noFill/>
        </p:spPr>
        <p:txBody>
          <a:bodyPr wrap="square" rtlCol="0">
            <a:spAutoFit/>
          </a:bodyPr>
          <a:lstStyle/>
          <a:p>
            <a:r>
              <a:rPr lang="en-US" sz="2000" b="1" dirty="0">
                <a:solidFill>
                  <a:srgbClr val="C00000"/>
                </a:solidFill>
              </a:rPr>
              <a:t>Step 1</a:t>
            </a:r>
          </a:p>
        </p:txBody>
      </p:sp>
      <p:sp>
        <p:nvSpPr>
          <p:cNvPr id="52" name="TextBox 51">
            <a:extLst>
              <a:ext uri="{FF2B5EF4-FFF2-40B4-BE49-F238E27FC236}">
                <a16:creationId xmlns:a16="http://schemas.microsoft.com/office/drawing/2014/main" id="{B39F08CC-3E53-C1AD-2A16-893D7CB6D8DE}"/>
              </a:ext>
            </a:extLst>
          </p:cNvPr>
          <p:cNvSpPr txBox="1"/>
          <p:nvPr/>
        </p:nvSpPr>
        <p:spPr>
          <a:xfrm>
            <a:off x="3395170" y="1616838"/>
            <a:ext cx="916231" cy="400110"/>
          </a:xfrm>
          <a:prstGeom prst="rect">
            <a:avLst/>
          </a:prstGeom>
          <a:noFill/>
        </p:spPr>
        <p:txBody>
          <a:bodyPr wrap="square" rtlCol="0">
            <a:spAutoFit/>
          </a:bodyPr>
          <a:lstStyle/>
          <a:p>
            <a:r>
              <a:rPr lang="en-US" sz="2000" b="1">
                <a:solidFill>
                  <a:srgbClr val="C00000"/>
                </a:solidFill>
              </a:rPr>
              <a:t>Step 2</a:t>
            </a:r>
          </a:p>
        </p:txBody>
      </p:sp>
      <p:sp>
        <p:nvSpPr>
          <p:cNvPr id="53" name="TextBox 52">
            <a:extLst>
              <a:ext uri="{FF2B5EF4-FFF2-40B4-BE49-F238E27FC236}">
                <a16:creationId xmlns:a16="http://schemas.microsoft.com/office/drawing/2014/main" id="{56D5C72F-9FD6-4F22-5438-7074FFCAE918}"/>
              </a:ext>
            </a:extLst>
          </p:cNvPr>
          <p:cNvSpPr txBox="1"/>
          <p:nvPr/>
        </p:nvSpPr>
        <p:spPr>
          <a:xfrm>
            <a:off x="5798039" y="1625615"/>
            <a:ext cx="916231" cy="400110"/>
          </a:xfrm>
          <a:prstGeom prst="rect">
            <a:avLst/>
          </a:prstGeom>
          <a:noFill/>
        </p:spPr>
        <p:txBody>
          <a:bodyPr wrap="square" rtlCol="0">
            <a:spAutoFit/>
          </a:bodyPr>
          <a:lstStyle/>
          <a:p>
            <a:r>
              <a:rPr lang="en-US" sz="2000" b="1">
                <a:solidFill>
                  <a:srgbClr val="C00000"/>
                </a:solidFill>
              </a:rPr>
              <a:t>Step 3</a:t>
            </a:r>
          </a:p>
        </p:txBody>
      </p:sp>
      <p:sp>
        <p:nvSpPr>
          <p:cNvPr id="54" name="TextBox 53">
            <a:extLst>
              <a:ext uri="{FF2B5EF4-FFF2-40B4-BE49-F238E27FC236}">
                <a16:creationId xmlns:a16="http://schemas.microsoft.com/office/drawing/2014/main" id="{3784B5BE-F631-B1B4-F09A-3249A2A1818E}"/>
              </a:ext>
            </a:extLst>
          </p:cNvPr>
          <p:cNvSpPr txBox="1"/>
          <p:nvPr/>
        </p:nvSpPr>
        <p:spPr>
          <a:xfrm>
            <a:off x="8200908" y="1636162"/>
            <a:ext cx="916231" cy="400110"/>
          </a:xfrm>
          <a:prstGeom prst="rect">
            <a:avLst/>
          </a:prstGeom>
          <a:noFill/>
        </p:spPr>
        <p:txBody>
          <a:bodyPr wrap="square" rtlCol="0">
            <a:spAutoFit/>
          </a:bodyPr>
          <a:lstStyle/>
          <a:p>
            <a:r>
              <a:rPr lang="en-US" sz="2000" b="1">
                <a:solidFill>
                  <a:srgbClr val="C00000"/>
                </a:solidFill>
              </a:rPr>
              <a:t>Step 4</a:t>
            </a:r>
          </a:p>
        </p:txBody>
      </p:sp>
      <p:sp>
        <p:nvSpPr>
          <p:cNvPr id="55" name="TextBox 54">
            <a:extLst>
              <a:ext uri="{FF2B5EF4-FFF2-40B4-BE49-F238E27FC236}">
                <a16:creationId xmlns:a16="http://schemas.microsoft.com/office/drawing/2014/main" id="{0AD6ACC4-0A84-6F77-DF79-24DD4BF39C22}"/>
              </a:ext>
            </a:extLst>
          </p:cNvPr>
          <p:cNvSpPr txBox="1"/>
          <p:nvPr/>
        </p:nvSpPr>
        <p:spPr>
          <a:xfrm>
            <a:off x="10465825" y="1639868"/>
            <a:ext cx="916231" cy="400110"/>
          </a:xfrm>
          <a:prstGeom prst="rect">
            <a:avLst/>
          </a:prstGeom>
          <a:noFill/>
        </p:spPr>
        <p:txBody>
          <a:bodyPr wrap="square" rtlCol="0">
            <a:spAutoFit/>
          </a:bodyPr>
          <a:lstStyle/>
          <a:p>
            <a:r>
              <a:rPr lang="en-US" sz="2000" b="1">
                <a:solidFill>
                  <a:srgbClr val="C00000"/>
                </a:solidFill>
              </a:rPr>
              <a:t>Step 5</a:t>
            </a:r>
          </a:p>
        </p:txBody>
      </p:sp>
      <p:sp>
        <p:nvSpPr>
          <p:cNvPr id="58" name="TextBox 57">
            <a:extLst>
              <a:ext uri="{FF2B5EF4-FFF2-40B4-BE49-F238E27FC236}">
                <a16:creationId xmlns:a16="http://schemas.microsoft.com/office/drawing/2014/main" id="{23BBDB6B-7D26-B483-4B66-B2AD2BD8D0AC}"/>
              </a:ext>
            </a:extLst>
          </p:cNvPr>
          <p:cNvSpPr txBox="1"/>
          <p:nvPr/>
        </p:nvSpPr>
        <p:spPr>
          <a:xfrm>
            <a:off x="10570453" y="6004555"/>
            <a:ext cx="916231" cy="400110"/>
          </a:xfrm>
          <a:prstGeom prst="rect">
            <a:avLst/>
          </a:prstGeom>
          <a:noFill/>
        </p:spPr>
        <p:txBody>
          <a:bodyPr wrap="square" rtlCol="0">
            <a:spAutoFit/>
          </a:bodyPr>
          <a:lstStyle/>
          <a:p>
            <a:r>
              <a:rPr lang="en-US" sz="2000" b="1" dirty="0">
                <a:solidFill>
                  <a:srgbClr val="C00000"/>
                </a:solidFill>
              </a:rPr>
              <a:t>Step 6</a:t>
            </a:r>
          </a:p>
        </p:txBody>
      </p:sp>
      <p:sp>
        <p:nvSpPr>
          <p:cNvPr id="59" name="TextBox 58">
            <a:extLst>
              <a:ext uri="{FF2B5EF4-FFF2-40B4-BE49-F238E27FC236}">
                <a16:creationId xmlns:a16="http://schemas.microsoft.com/office/drawing/2014/main" id="{625C61C5-B925-59EC-36C7-A2A118B57D2F}"/>
              </a:ext>
            </a:extLst>
          </p:cNvPr>
          <p:cNvSpPr txBox="1"/>
          <p:nvPr/>
        </p:nvSpPr>
        <p:spPr>
          <a:xfrm>
            <a:off x="8302084" y="5989873"/>
            <a:ext cx="916231" cy="400110"/>
          </a:xfrm>
          <a:prstGeom prst="rect">
            <a:avLst/>
          </a:prstGeom>
          <a:noFill/>
        </p:spPr>
        <p:txBody>
          <a:bodyPr wrap="square" rtlCol="0">
            <a:spAutoFit/>
          </a:bodyPr>
          <a:lstStyle/>
          <a:p>
            <a:r>
              <a:rPr lang="en-US" sz="2000" b="1" dirty="0">
                <a:solidFill>
                  <a:srgbClr val="C00000"/>
                </a:solidFill>
              </a:rPr>
              <a:t>Step 7</a:t>
            </a:r>
          </a:p>
        </p:txBody>
      </p:sp>
      <p:sp>
        <p:nvSpPr>
          <p:cNvPr id="60" name="TextBox 59">
            <a:extLst>
              <a:ext uri="{FF2B5EF4-FFF2-40B4-BE49-F238E27FC236}">
                <a16:creationId xmlns:a16="http://schemas.microsoft.com/office/drawing/2014/main" id="{147C7386-793D-8A92-43D3-F71A7B004F7B}"/>
              </a:ext>
            </a:extLst>
          </p:cNvPr>
          <p:cNvSpPr txBox="1"/>
          <p:nvPr/>
        </p:nvSpPr>
        <p:spPr>
          <a:xfrm>
            <a:off x="5905387" y="5978817"/>
            <a:ext cx="916231" cy="400110"/>
          </a:xfrm>
          <a:prstGeom prst="rect">
            <a:avLst/>
          </a:prstGeom>
          <a:noFill/>
        </p:spPr>
        <p:txBody>
          <a:bodyPr wrap="square" rtlCol="0">
            <a:spAutoFit/>
          </a:bodyPr>
          <a:lstStyle/>
          <a:p>
            <a:r>
              <a:rPr lang="en-US" sz="2000" b="1" dirty="0">
                <a:solidFill>
                  <a:srgbClr val="C00000"/>
                </a:solidFill>
              </a:rPr>
              <a:t>Step 8</a:t>
            </a:r>
          </a:p>
        </p:txBody>
      </p:sp>
      <p:sp>
        <p:nvSpPr>
          <p:cNvPr id="3" name="AutoShape 2">
            <a:extLst>
              <a:ext uri="{FF2B5EF4-FFF2-40B4-BE49-F238E27FC236}">
                <a16:creationId xmlns:a16="http://schemas.microsoft.com/office/drawing/2014/main" id="{C50E1B4B-9F94-3C29-F32E-458A1BA881EE}"/>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6" name="Picture 5">
            <a:extLst>
              <a:ext uri="{FF2B5EF4-FFF2-40B4-BE49-F238E27FC236}">
                <a16:creationId xmlns:a16="http://schemas.microsoft.com/office/drawing/2014/main" id="{479AD403-3D3B-6E75-C0E6-B838323BF661}"/>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21" name="Slide Number Placeholder 20">
            <a:extLst>
              <a:ext uri="{FF2B5EF4-FFF2-40B4-BE49-F238E27FC236}">
                <a16:creationId xmlns:a16="http://schemas.microsoft.com/office/drawing/2014/main" id="{ACAF91A0-FF68-3807-D12E-BDA2A0831EEB}"/>
              </a:ext>
            </a:extLst>
          </p:cNvPr>
          <p:cNvSpPr>
            <a:spLocks noGrp="1"/>
          </p:cNvSpPr>
          <p:nvPr>
            <p:ph type="sldNum" sz="quarter" idx="12"/>
          </p:nvPr>
        </p:nvSpPr>
        <p:spPr>
          <a:xfrm>
            <a:off x="9447557" y="6463151"/>
            <a:ext cx="2743200" cy="365125"/>
          </a:xfrm>
        </p:spPr>
        <p:txBody>
          <a:bodyPr/>
          <a:lstStyle/>
          <a:p>
            <a:fld id="{40D408E2-9F58-4229-A8B2-E143E8FD52E1}" type="slidenum">
              <a:rPr lang="en-US" sz="2000" smtClean="0"/>
              <a:t>14</a:t>
            </a:fld>
            <a:endParaRPr lang="en-US" sz="2000"/>
          </a:p>
        </p:txBody>
      </p:sp>
      <p:cxnSp>
        <p:nvCxnSpPr>
          <p:cNvPr id="24" name="Straight Arrow Connector 45">
            <a:extLst>
              <a:ext uri="{FF2B5EF4-FFF2-40B4-BE49-F238E27FC236}">
                <a16:creationId xmlns:a16="http://schemas.microsoft.com/office/drawing/2014/main" id="{675D9151-9504-26F7-3743-BBE4BE318990}"/>
              </a:ext>
            </a:extLst>
          </p:cNvPr>
          <p:cNvCxnSpPr>
            <a:cxnSpLocks/>
          </p:cNvCxnSpPr>
          <p:nvPr/>
        </p:nvCxnSpPr>
        <p:spPr>
          <a:xfrm>
            <a:off x="9518970" y="4812632"/>
            <a:ext cx="608504"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33308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B551-6530-1537-37C1-C106F3C56F9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46CF036-2B9D-171B-2732-D45889AB700E}"/>
              </a:ext>
            </a:extLst>
          </p:cNvPr>
          <p:cNvSpPr/>
          <p:nvPr/>
        </p:nvSpPr>
        <p:spPr>
          <a:xfrm>
            <a:off x="4787320" y="4308318"/>
            <a:ext cx="7196817" cy="1766448"/>
          </a:xfrm>
          <a:prstGeom prst="rect">
            <a:avLst/>
          </a:prstGeom>
          <a:solidFill>
            <a:schemeClr val="accent6">
              <a:lumMod val="20000"/>
              <a:lumOff val="8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Pentagon 45">
            <a:extLst>
              <a:ext uri="{FF2B5EF4-FFF2-40B4-BE49-F238E27FC236}">
                <a16:creationId xmlns:a16="http://schemas.microsoft.com/office/drawing/2014/main" id="{4B66EDB3-768B-1E25-AF1B-FCBD72335109}"/>
              </a:ext>
            </a:extLst>
          </p:cNvPr>
          <p:cNvSpPr/>
          <p:nvPr/>
        </p:nvSpPr>
        <p:spPr>
          <a:xfrm>
            <a:off x="8366873" y="4545184"/>
            <a:ext cx="1448009" cy="1138869"/>
          </a:xfrm>
          <a:prstGeom prst="homePlate">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Pentagon 43">
            <a:extLst>
              <a:ext uri="{FF2B5EF4-FFF2-40B4-BE49-F238E27FC236}">
                <a16:creationId xmlns:a16="http://schemas.microsoft.com/office/drawing/2014/main" id="{9A04DACD-9D15-11C7-450F-0E4E7B897323}"/>
              </a:ext>
            </a:extLst>
          </p:cNvPr>
          <p:cNvSpPr/>
          <p:nvPr/>
        </p:nvSpPr>
        <p:spPr>
          <a:xfrm>
            <a:off x="6732798" y="4543602"/>
            <a:ext cx="1448009" cy="1138869"/>
          </a:xfrm>
          <a:prstGeom prst="homePlate">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Pentagon 42">
            <a:extLst>
              <a:ext uri="{FF2B5EF4-FFF2-40B4-BE49-F238E27FC236}">
                <a16:creationId xmlns:a16="http://schemas.microsoft.com/office/drawing/2014/main" id="{E190C48A-7C0D-D769-D00A-75C1ADFB4173}"/>
              </a:ext>
            </a:extLst>
          </p:cNvPr>
          <p:cNvSpPr/>
          <p:nvPr/>
        </p:nvSpPr>
        <p:spPr>
          <a:xfrm>
            <a:off x="5066571" y="4543603"/>
            <a:ext cx="1448009" cy="1138869"/>
          </a:xfrm>
          <a:prstGeom prst="homePlate">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22EB44C-83AD-84DF-EBBC-4CD91FA6D9ED}"/>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C212C5A6-794D-E999-7E9F-D20E900C6148}"/>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39C47E38-B24C-CFBF-0154-F38362C566C9}"/>
              </a:ext>
            </a:extLst>
          </p:cNvPr>
          <p:cNvSpPr txBox="1"/>
          <p:nvPr/>
        </p:nvSpPr>
        <p:spPr>
          <a:xfrm>
            <a:off x="184584" y="653537"/>
            <a:ext cx="7205567" cy="49244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2.1. </a:t>
            </a:r>
            <a:r>
              <a:rPr lang="en-US" sz="2500" b="1" dirty="0">
                <a:solidFill>
                  <a:schemeClr val="tx2">
                    <a:lumMod val="75000"/>
                  </a:schemeClr>
                </a:solidFill>
                <a:latin typeface="Arial"/>
                <a:ea typeface="+mn-lt"/>
                <a:cs typeface="+mn-lt"/>
              </a:rPr>
              <a:t>Task Library</a:t>
            </a:r>
            <a:endParaRPr lang="en-US" sz="2500" b="1" dirty="0">
              <a:solidFill>
                <a:schemeClr val="tx2">
                  <a:lumMod val="75000"/>
                </a:schemeClr>
              </a:solidFill>
              <a:latin typeface="Arial"/>
              <a:cs typeface="Arial"/>
            </a:endParaRPr>
          </a:p>
        </p:txBody>
      </p:sp>
      <p:pic>
        <p:nvPicPr>
          <p:cNvPr id="8" name="Picture 7">
            <a:extLst>
              <a:ext uri="{FF2B5EF4-FFF2-40B4-BE49-F238E27FC236}">
                <a16:creationId xmlns:a16="http://schemas.microsoft.com/office/drawing/2014/main" id="{99293BF2-C025-91CD-E6F7-8D0CA6B363DA}"/>
              </a:ext>
            </a:extLst>
          </p:cNvPr>
          <p:cNvPicPr>
            <a:picLocks noChangeAspect="1"/>
          </p:cNvPicPr>
          <p:nvPr/>
        </p:nvPicPr>
        <p:blipFill>
          <a:blip r:embed="rId2"/>
          <a:stretch>
            <a:fillRect/>
          </a:stretch>
        </p:blipFill>
        <p:spPr>
          <a:xfrm>
            <a:off x="809469" y="2373442"/>
            <a:ext cx="2337014" cy="2273509"/>
          </a:xfrm>
          <a:prstGeom prst="rect">
            <a:avLst/>
          </a:prstGeom>
        </p:spPr>
      </p:pic>
      <p:sp>
        <p:nvSpPr>
          <p:cNvPr id="9" name="Rectangle 8">
            <a:extLst>
              <a:ext uri="{FF2B5EF4-FFF2-40B4-BE49-F238E27FC236}">
                <a16:creationId xmlns:a16="http://schemas.microsoft.com/office/drawing/2014/main" id="{FA0BFD04-94CC-9C5E-1BD3-7EDA5FAD76A6}"/>
              </a:ext>
            </a:extLst>
          </p:cNvPr>
          <p:cNvSpPr/>
          <p:nvPr/>
        </p:nvSpPr>
        <p:spPr>
          <a:xfrm>
            <a:off x="794479" y="2353456"/>
            <a:ext cx="2368446" cy="2293495"/>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705C04-0421-AAF6-DC29-97E2F5CB918A}"/>
              </a:ext>
            </a:extLst>
          </p:cNvPr>
          <p:cNvSpPr/>
          <p:nvPr/>
        </p:nvSpPr>
        <p:spPr>
          <a:xfrm>
            <a:off x="4796852" y="1145980"/>
            <a:ext cx="7196035" cy="1766448"/>
          </a:xfrm>
          <a:prstGeom prst="rect">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F915C7-C3FD-893C-408B-E7549152F885}"/>
              </a:ext>
            </a:extLst>
          </p:cNvPr>
          <p:cNvSpPr/>
          <p:nvPr/>
        </p:nvSpPr>
        <p:spPr>
          <a:xfrm>
            <a:off x="5024204" y="1595395"/>
            <a:ext cx="732020" cy="870419"/>
          </a:xfrm>
          <a:prstGeom prst="rect">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BE10701-50C5-77AF-8E13-05964C9D307D}"/>
              </a:ext>
            </a:extLst>
          </p:cNvPr>
          <p:cNvSpPr/>
          <p:nvPr/>
        </p:nvSpPr>
        <p:spPr>
          <a:xfrm>
            <a:off x="6069768" y="1593990"/>
            <a:ext cx="732020" cy="870419"/>
          </a:xfrm>
          <a:prstGeom prst="rect">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8AD2969-6EC4-5FE8-30A0-8A46646EC5B4}"/>
              </a:ext>
            </a:extLst>
          </p:cNvPr>
          <p:cNvSpPr/>
          <p:nvPr/>
        </p:nvSpPr>
        <p:spPr>
          <a:xfrm>
            <a:off x="7071402" y="1593990"/>
            <a:ext cx="732020" cy="870419"/>
          </a:xfrm>
          <a:prstGeom prst="rect">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6" name="Rectangle 15">
            <a:extLst>
              <a:ext uri="{FF2B5EF4-FFF2-40B4-BE49-F238E27FC236}">
                <a16:creationId xmlns:a16="http://schemas.microsoft.com/office/drawing/2014/main" id="{602EA88C-29C0-D706-052F-4F9D6C666AA0}"/>
              </a:ext>
            </a:extLst>
          </p:cNvPr>
          <p:cNvSpPr/>
          <p:nvPr/>
        </p:nvSpPr>
        <p:spPr>
          <a:xfrm>
            <a:off x="8080950" y="1593991"/>
            <a:ext cx="732020" cy="870419"/>
          </a:xfrm>
          <a:prstGeom prst="rect">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C85FA64-8BC7-3EA3-B399-B36808A76CCA}"/>
              </a:ext>
            </a:extLst>
          </p:cNvPr>
          <p:cNvSpPr txBox="1"/>
          <p:nvPr/>
        </p:nvSpPr>
        <p:spPr>
          <a:xfrm>
            <a:off x="5066571" y="1844538"/>
            <a:ext cx="864433" cy="369332"/>
          </a:xfrm>
          <a:prstGeom prst="rect">
            <a:avLst/>
          </a:prstGeom>
          <a:noFill/>
        </p:spPr>
        <p:txBody>
          <a:bodyPr wrap="square" rtlCol="0">
            <a:spAutoFit/>
          </a:bodyPr>
          <a:lstStyle/>
          <a:p>
            <a:r>
              <a:rPr lang="vi-VN" b="1"/>
              <a:t>POS</a:t>
            </a:r>
            <a:endParaRPr lang="en-US" b="1"/>
          </a:p>
        </p:txBody>
      </p:sp>
      <p:sp>
        <p:nvSpPr>
          <p:cNvPr id="19" name="TextBox 18">
            <a:extLst>
              <a:ext uri="{FF2B5EF4-FFF2-40B4-BE49-F238E27FC236}">
                <a16:creationId xmlns:a16="http://schemas.microsoft.com/office/drawing/2014/main" id="{26322696-05C5-1B34-33F9-9A78CE58A0B4}"/>
              </a:ext>
            </a:extLst>
          </p:cNvPr>
          <p:cNvSpPr txBox="1"/>
          <p:nvPr/>
        </p:nvSpPr>
        <p:spPr>
          <a:xfrm>
            <a:off x="6125353" y="1844533"/>
            <a:ext cx="668521" cy="369332"/>
          </a:xfrm>
          <a:prstGeom prst="rect">
            <a:avLst/>
          </a:prstGeom>
          <a:noFill/>
        </p:spPr>
        <p:txBody>
          <a:bodyPr wrap="square" rtlCol="0">
            <a:spAutoFit/>
          </a:bodyPr>
          <a:lstStyle/>
          <a:p>
            <a:r>
              <a:rPr lang="vi-VN" b="1"/>
              <a:t>DRY</a:t>
            </a:r>
            <a:endParaRPr lang="en-US" b="1"/>
          </a:p>
        </p:txBody>
      </p:sp>
      <p:sp>
        <p:nvSpPr>
          <p:cNvPr id="20" name="TextBox 19">
            <a:extLst>
              <a:ext uri="{FF2B5EF4-FFF2-40B4-BE49-F238E27FC236}">
                <a16:creationId xmlns:a16="http://schemas.microsoft.com/office/drawing/2014/main" id="{D602019A-0115-C985-D716-35C9CB9878C3}"/>
              </a:ext>
            </a:extLst>
          </p:cNvPr>
          <p:cNvSpPr txBox="1"/>
          <p:nvPr/>
        </p:nvSpPr>
        <p:spPr>
          <a:xfrm>
            <a:off x="7104091" y="1844533"/>
            <a:ext cx="732020" cy="369332"/>
          </a:xfrm>
          <a:prstGeom prst="rect">
            <a:avLst/>
          </a:prstGeom>
          <a:noFill/>
        </p:spPr>
        <p:txBody>
          <a:bodyPr wrap="square" rtlCol="0">
            <a:spAutoFit/>
          </a:bodyPr>
          <a:lstStyle/>
          <a:p>
            <a:r>
              <a:rPr lang="vi-VN" b="1"/>
              <a:t>PERI</a:t>
            </a:r>
            <a:endParaRPr lang="en-US" b="1"/>
          </a:p>
        </p:txBody>
      </p:sp>
      <p:sp>
        <p:nvSpPr>
          <p:cNvPr id="21" name="TextBox 20">
            <a:extLst>
              <a:ext uri="{FF2B5EF4-FFF2-40B4-BE49-F238E27FC236}">
                <a16:creationId xmlns:a16="http://schemas.microsoft.com/office/drawing/2014/main" id="{FD09525C-62FF-CEC6-35E6-8B07742FD1AB}"/>
              </a:ext>
            </a:extLst>
          </p:cNvPr>
          <p:cNvSpPr txBox="1"/>
          <p:nvPr/>
        </p:nvSpPr>
        <p:spPr>
          <a:xfrm>
            <a:off x="8110922" y="1844533"/>
            <a:ext cx="732020" cy="369332"/>
          </a:xfrm>
          <a:prstGeom prst="rect">
            <a:avLst/>
          </a:prstGeom>
          <a:noFill/>
        </p:spPr>
        <p:txBody>
          <a:bodyPr wrap="square" rtlCol="0">
            <a:spAutoFit/>
          </a:bodyPr>
          <a:lstStyle/>
          <a:p>
            <a:r>
              <a:rPr lang="vi-VN" b="1"/>
              <a:t>MMD</a:t>
            </a:r>
            <a:endParaRPr lang="en-US" b="1"/>
          </a:p>
        </p:txBody>
      </p:sp>
      <p:sp>
        <p:nvSpPr>
          <p:cNvPr id="23" name="TextBox 22">
            <a:extLst>
              <a:ext uri="{FF2B5EF4-FFF2-40B4-BE49-F238E27FC236}">
                <a16:creationId xmlns:a16="http://schemas.microsoft.com/office/drawing/2014/main" id="{1F6E8AC8-1061-59C9-6D54-6B6EE0BA0B4F}"/>
              </a:ext>
            </a:extLst>
          </p:cNvPr>
          <p:cNvSpPr txBox="1"/>
          <p:nvPr/>
        </p:nvSpPr>
        <p:spPr>
          <a:xfrm>
            <a:off x="11051629" y="1568626"/>
            <a:ext cx="732020" cy="784830"/>
          </a:xfrm>
          <a:prstGeom prst="rect">
            <a:avLst/>
          </a:prstGeom>
          <a:noFill/>
        </p:spPr>
        <p:txBody>
          <a:bodyPr wrap="square" rtlCol="0">
            <a:spAutoFit/>
          </a:bodyPr>
          <a:lstStyle/>
          <a:p>
            <a:r>
              <a:rPr lang="vi-VN" sz="4500" b="1"/>
              <a:t>...</a:t>
            </a:r>
            <a:endParaRPr lang="en-US" sz="4500" b="1"/>
          </a:p>
        </p:txBody>
      </p:sp>
      <p:cxnSp>
        <p:nvCxnSpPr>
          <p:cNvPr id="26" name="Straight Arrow Connector 25">
            <a:extLst>
              <a:ext uri="{FF2B5EF4-FFF2-40B4-BE49-F238E27FC236}">
                <a16:creationId xmlns:a16="http://schemas.microsoft.com/office/drawing/2014/main" id="{F090F838-95B7-A89D-7FAA-A748158F7855}"/>
              </a:ext>
            </a:extLst>
          </p:cNvPr>
          <p:cNvCxnSpPr>
            <a:cxnSpLocks/>
            <a:stCxn id="8" idx="3"/>
            <a:endCxn id="10" idx="1"/>
          </p:cNvCxnSpPr>
          <p:nvPr/>
        </p:nvCxnSpPr>
        <p:spPr>
          <a:xfrm flipV="1">
            <a:off x="3146483" y="2029204"/>
            <a:ext cx="1650369" cy="148099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D309DB28-C171-5A4F-451B-1082AA737C0F}"/>
              </a:ext>
            </a:extLst>
          </p:cNvPr>
          <p:cNvCxnSpPr>
            <a:cxnSpLocks/>
            <a:stCxn id="9" idx="3"/>
            <a:endCxn id="11" idx="1"/>
          </p:cNvCxnSpPr>
          <p:nvPr/>
        </p:nvCxnSpPr>
        <p:spPr>
          <a:xfrm>
            <a:off x="3162925" y="3500204"/>
            <a:ext cx="1624395" cy="169133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2C54181D-9BF5-95D8-F75F-7C40E24E2B02}"/>
              </a:ext>
            </a:extLst>
          </p:cNvPr>
          <p:cNvSpPr txBox="1"/>
          <p:nvPr/>
        </p:nvSpPr>
        <p:spPr>
          <a:xfrm>
            <a:off x="3506916" y="2303743"/>
            <a:ext cx="755443" cy="523220"/>
          </a:xfrm>
          <a:prstGeom prst="rect">
            <a:avLst/>
          </a:prstGeom>
          <a:noFill/>
        </p:spPr>
        <p:txBody>
          <a:bodyPr wrap="square" rtlCol="0">
            <a:spAutoFit/>
          </a:bodyPr>
          <a:lstStyle/>
          <a:p>
            <a:r>
              <a:rPr lang="en-US" sz="2800">
                <a:latin typeface="Calibri" panose="020F0502020204030204" pitchFamily="34" charset="0"/>
                <a:ea typeface="Calibri" panose="020F0502020204030204" pitchFamily="34" charset="0"/>
                <a:cs typeface="Calibri" panose="020F0502020204030204" pitchFamily="34" charset="0"/>
              </a:rPr>
              <a:t>①</a:t>
            </a:r>
            <a:endParaRPr lang="en-US" sz="2800"/>
          </a:p>
        </p:txBody>
      </p:sp>
      <p:sp>
        <p:nvSpPr>
          <p:cNvPr id="31" name="TextBox 30">
            <a:extLst>
              <a:ext uri="{FF2B5EF4-FFF2-40B4-BE49-F238E27FC236}">
                <a16:creationId xmlns:a16="http://schemas.microsoft.com/office/drawing/2014/main" id="{2FE93A6C-3094-863C-7AC4-003C465A9F13}"/>
              </a:ext>
            </a:extLst>
          </p:cNvPr>
          <p:cNvSpPr txBox="1"/>
          <p:nvPr/>
        </p:nvSpPr>
        <p:spPr>
          <a:xfrm>
            <a:off x="3607318" y="4456211"/>
            <a:ext cx="554637" cy="523220"/>
          </a:xfrm>
          <a:prstGeom prst="rect">
            <a:avLst/>
          </a:prstGeom>
          <a:noFill/>
        </p:spPr>
        <p:txBody>
          <a:bodyPr wrap="square" rtlCol="0">
            <a:spAutoFit/>
          </a:bodyPr>
          <a:lstStyle/>
          <a:p>
            <a:r>
              <a:rPr lang="en-US" sz="2800">
                <a:latin typeface="Calibri" panose="020F0502020204030204" pitchFamily="34" charset="0"/>
                <a:ea typeface="Calibri" panose="020F0502020204030204" pitchFamily="34" charset="0"/>
                <a:cs typeface="Calibri" panose="020F0502020204030204" pitchFamily="34" charset="0"/>
              </a:rPr>
              <a:t>②</a:t>
            </a:r>
            <a:endParaRPr lang="en-US" sz="2800"/>
          </a:p>
        </p:txBody>
      </p:sp>
      <p:sp>
        <p:nvSpPr>
          <p:cNvPr id="33" name="TextBox 32">
            <a:extLst>
              <a:ext uri="{FF2B5EF4-FFF2-40B4-BE49-F238E27FC236}">
                <a16:creationId xmlns:a16="http://schemas.microsoft.com/office/drawing/2014/main" id="{4818A9A6-8109-328E-07C3-D29EEC6ADA58}"/>
              </a:ext>
            </a:extLst>
          </p:cNvPr>
          <p:cNvSpPr txBox="1"/>
          <p:nvPr/>
        </p:nvSpPr>
        <p:spPr>
          <a:xfrm>
            <a:off x="5030228" y="4672418"/>
            <a:ext cx="1247514" cy="830997"/>
          </a:xfrm>
          <a:prstGeom prst="rect">
            <a:avLst/>
          </a:prstGeom>
          <a:noFill/>
        </p:spPr>
        <p:txBody>
          <a:bodyPr wrap="square" lIns="91440" tIns="45720" rIns="91440" bIns="45720" rtlCol="0" anchor="t">
            <a:spAutoFit/>
          </a:bodyPr>
          <a:lstStyle/>
          <a:p>
            <a:r>
              <a:rPr lang="vi-VN" sz="1600" err="1">
                <a:latin typeface="Arial"/>
                <a:ea typeface="+mn-lt"/>
                <a:cs typeface="Arial"/>
              </a:rPr>
              <a:t>Customer</a:t>
            </a:r>
            <a:r>
              <a:rPr lang="vi-VN" sz="1600">
                <a:latin typeface="Arial"/>
                <a:ea typeface="+mn-lt"/>
                <a:cs typeface="Arial"/>
              </a:rPr>
              <a:t> </a:t>
            </a:r>
            <a:r>
              <a:rPr lang="vi-VN" sz="1600" err="1">
                <a:latin typeface="Arial"/>
                <a:ea typeface="+mn-lt"/>
                <a:cs typeface="Arial"/>
              </a:rPr>
              <a:t>related</a:t>
            </a:r>
            <a:r>
              <a:rPr lang="vi-VN" sz="1600">
                <a:latin typeface="Arial"/>
                <a:ea typeface="+mn-lt"/>
                <a:cs typeface="Arial"/>
              </a:rPr>
              <a:t> </a:t>
            </a:r>
            <a:r>
              <a:rPr lang="vi-VN" sz="1600" err="1">
                <a:latin typeface="Arial"/>
                <a:ea typeface="+mn-lt"/>
                <a:cs typeface="Arial"/>
              </a:rPr>
              <a:t>tasks</a:t>
            </a:r>
            <a:endParaRPr lang="vi-VN" err="1">
              <a:latin typeface="Arial"/>
              <a:cs typeface="Arial"/>
            </a:endParaRPr>
          </a:p>
        </p:txBody>
      </p:sp>
      <p:sp>
        <p:nvSpPr>
          <p:cNvPr id="35" name="TextBox 34">
            <a:extLst>
              <a:ext uri="{FF2B5EF4-FFF2-40B4-BE49-F238E27FC236}">
                <a16:creationId xmlns:a16="http://schemas.microsoft.com/office/drawing/2014/main" id="{55A40B14-A8A3-1CDF-6A42-F57745E3C0B6}"/>
              </a:ext>
            </a:extLst>
          </p:cNvPr>
          <p:cNvSpPr txBox="1"/>
          <p:nvPr/>
        </p:nvSpPr>
        <p:spPr>
          <a:xfrm>
            <a:off x="6722556" y="4918639"/>
            <a:ext cx="1627681" cy="338554"/>
          </a:xfrm>
          <a:prstGeom prst="rect">
            <a:avLst/>
          </a:prstGeom>
          <a:noFill/>
        </p:spPr>
        <p:txBody>
          <a:bodyPr wrap="square" lIns="91440" tIns="45720" rIns="91440" bIns="45720" rtlCol="0" anchor="t">
            <a:spAutoFit/>
          </a:bodyPr>
          <a:lstStyle/>
          <a:p>
            <a:r>
              <a:rPr lang="vi-VN" sz="1600" err="1">
                <a:latin typeface="Arial"/>
                <a:ea typeface="+mn-lt"/>
                <a:cs typeface="Arial"/>
              </a:rPr>
              <a:t>Fixed</a:t>
            </a:r>
            <a:r>
              <a:rPr lang="vi-VN" sz="1600">
                <a:latin typeface="Arial"/>
                <a:ea typeface="+mn-lt"/>
                <a:cs typeface="Arial"/>
              </a:rPr>
              <a:t> </a:t>
            </a:r>
            <a:r>
              <a:rPr lang="vi-VN" sz="1600" err="1">
                <a:latin typeface="Arial"/>
                <a:ea typeface="+mn-lt"/>
                <a:cs typeface="Arial"/>
              </a:rPr>
              <a:t>tasks</a:t>
            </a:r>
            <a:r>
              <a:rPr lang="vi-VN" sz="1600">
                <a:latin typeface="Arial"/>
                <a:ea typeface="+mn-lt"/>
                <a:cs typeface="Arial"/>
              </a:rPr>
              <a:t> </a:t>
            </a:r>
            <a:endParaRPr lang="vi-VN">
              <a:latin typeface="Arial"/>
              <a:cs typeface="Arial"/>
            </a:endParaRPr>
          </a:p>
        </p:txBody>
      </p:sp>
      <p:sp>
        <p:nvSpPr>
          <p:cNvPr id="38" name="TextBox 37">
            <a:extLst>
              <a:ext uri="{FF2B5EF4-FFF2-40B4-BE49-F238E27FC236}">
                <a16:creationId xmlns:a16="http://schemas.microsoft.com/office/drawing/2014/main" id="{73A429E0-EA35-7FC9-3B28-923D34162DC0}"/>
              </a:ext>
            </a:extLst>
          </p:cNvPr>
          <p:cNvSpPr txBox="1"/>
          <p:nvPr/>
        </p:nvSpPr>
        <p:spPr>
          <a:xfrm>
            <a:off x="8294823" y="4943759"/>
            <a:ext cx="1689341" cy="338554"/>
          </a:xfrm>
          <a:prstGeom prst="rect">
            <a:avLst/>
          </a:prstGeom>
          <a:noFill/>
        </p:spPr>
        <p:txBody>
          <a:bodyPr wrap="square" lIns="91440" tIns="45720" rIns="91440" bIns="45720" rtlCol="0" anchor="t">
            <a:spAutoFit/>
          </a:bodyPr>
          <a:lstStyle/>
          <a:p>
            <a:r>
              <a:rPr lang="vi-VN" sz="1600" err="1">
                <a:latin typeface="Arial"/>
                <a:ea typeface="+mn-lt"/>
                <a:cs typeface="Arial"/>
              </a:rPr>
              <a:t>Product</a:t>
            </a:r>
            <a:r>
              <a:rPr lang="vi-VN" sz="1600">
                <a:latin typeface="Arial"/>
                <a:ea typeface="+mn-lt"/>
                <a:cs typeface="Arial"/>
              </a:rPr>
              <a:t> </a:t>
            </a:r>
            <a:r>
              <a:rPr lang="vi-VN" sz="1600" err="1">
                <a:latin typeface="Arial"/>
                <a:ea typeface="+mn-lt"/>
                <a:cs typeface="Arial"/>
              </a:rPr>
              <a:t>tasks</a:t>
            </a:r>
            <a:endParaRPr lang="vi-VN" err="1"/>
          </a:p>
        </p:txBody>
      </p:sp>
      <p:sp>
        <p:nvSpPr>
          <p:cNvPr id="41" name="TextBox 40">
            <a:extLst>
              <a:ext uri="{FF2B5EF4-FFF2-40B4-BE49-F238E27FC236}">
                <a16:creationId xmlns:a16="http://schemas.microsoft.com/office/drawing/2014/main" id="{EF6FA1CB-3156-549C-EB04-F76D24372302}"/>
              </a:ext>
            </a:extLst>
          </p:cNvPr>
          <p:cNvSpPr txBox="1"/>
          <p:nvPr/>
        </p:nvSpPr>
        <p:spPr>
          <a:xfrm>
            <a:off x="4787320" y="783234"/>
            <a:ext cx="5268894" cy="369332"/>
          </a:xfrm>
          <a:prstGeom prst="rect">
            <a:avLst/>
          </a:prstGeom>
          <a:noFill/>
        </p:spPr>
        <p:txBody>
          <a:bodyPr wrap="square" lIns="91440" tIns="45720" rIns="91440" bIns="45720" rtlCol="0" anchor="t">
            <a:spAutoFit/>
          </a:bodyPr>
          <a:lstStyle/>
          <a:p>
            <a:r>
              <a:rPr lang="vi-VN" b="1">
                <a:solidFill>
                  <a:schemeClr val="tx2">
                    <a:lumMod val="75000"/>
                  </a:schemeClr>
                </a:solidFill>
                <a:latin typeface="Calibri"/>
                <a:ea typeface="Calibri"/>
                <a:cs typeface="Calibri"/>
              </a:rPr>
              <a:t>① DISPLAY BY TASK GROUP</a:t>
            </a:r>
            <a:endParaRPr lang="en-US" b="1">
              <a:solidFill>
                <a:schemeClr val="tx2">
                  <a:lumMod val="75000"/>
                </a:schemeClr>
              </a:solidFill>
              <a:latin typeface="Calibri"/>
              <a:ea typeface="Calibri"/>
              <a:cs typeface="Calibri"/>
            </a:endParaRPr>
          </a:p>
        </p:txBody>
      </p:sp>
      <p:sp>
        <p:nvSpPr>
          <p:cNvPr id="42" name="TextBox 41">
            <a:extLst>
              <a:ext uri="{FF2B5EF4-FFF2-40B4-BE49-F238E27FC236}">
                <a16:creationId xmlns:a16="http://schemas.microsoft.com/office/drawing/2014/main" id="{A2C23A44-6B86-0160-B9FF-959183B5DC82}"/>
              </a:ext>
            </a:extLst>
          </p:cNvPr>
          <p:cNvSpPr txBox="1"/>
          <p:nvPr/>
        </p:nvSpPr>
        <p:spPr>
          <a:xfrm>
            <a:off x="4736892" y="3842234"/>
            <a:ext cx="5403939" cy="369332"/>
          </a:xfrm>
          <a:prstGeom prst="rect">
            <a:avLst/>
          </a:prstGeom>
          <a:noFill/>
        </p:spPr>
        <p:txBody>
          <a:bodyPr wrap="square" lIns="91440" tIns="45720" rIns="91440" bIns="45720" rtlCol="0" anchor="t">
            <a:spAutoFit/>
          </a:bodyPr>
          <a:lstStyle/>
          <a:p>
            <a:r>
              <a:rPr lang="vi-VN" b="1">
                <a:solidFill>
                  <a:schemeClr val="tx2">
                    <a:lumMod val="75000"/>
                  </a:schemeClr>
                </a:solidFill>
                <a:latin typeface="Calibri"/>
                <a:ea typeface="Calibri"/>
                <a:cs typeface="Calibri"/>
              </a:rPr>
              <a:t>②</a:t>
            </a:r>
            <a:r>
              <a:rPr lang="en-US" b="1">
                <a:solidFill>
                  <a:schemeClr val="tx2">
                    <a:lumMod val="75000"/>
                  </a:schemeClr>
                </a:solidFill>
                <a:latin typeface="Calibri"/>
                <a:ea typeface="Calibri"/>
                <a:cs typeface="Calibri"/>
              </a:rPr>
              <a:t> </a:t>
            </a:r>
            <a:r>
              <a:rPr lang="vi-VN" b="1">
                <a:solidFill>
                  <a:schemeClr val="tx2">
                    <a:lumMod val="75000"/>
                  </a:schemeClr>
                </a:solidFill>
                <a:latin typeface="Arial"/>
                <a:cs typeface="Arial"/>
              </a:rPr>
              <a:t>DISPLAY BY TASK PRIORITY</a:t>
            </a:r>
            <a:endParaRPr lang="en-US" b="1">
              <a:solidFill>
                <a:schemeClr val="tx2">
                  <a:lumMod val="75000"/>
                </a:schemeClr>
              </a:solidFill>
            </a:endParaRPr>
          </a:p>
        </p:txBody>
      </p:sp>
      <p:sp>
        <p:nvSpPr>
          <p:cNvPr id="47" name="Arrow: Pentagon 46">
            <a:extLst>
              <a:ext uri="{FF2B5EF4-FFF2-40B4-BE49-F238E27FC236}">
                <a16:creationId xmlns:a16="http://schemas.microsoft.com/office/drawing/2014/main" id="{71F18145-30E1-91F7-3592-411FB9D40072}"/>
              </a:ext>
            </a:extLst>
          </p:cNvPr>
          <p:cNvSpPr/>
          <p:nvPr/>
        </p:nvSpPr>
        <p:spPr>
          <a:xfrm>
            <a:off x="10056214" y="4531843"/>
            <a:ext cx="1448009" cy="1138869"/>
          </a:xfrm>
          <a:prstGeom prst="homePlate">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AFF652FB-D210-B116-7DF1-D506E862C746}"/>
              </a:ext>
            </a:extLst>
          </p:cNvPr>
          <p:cNvSpPr txBox="1"/>
          <p:nvPr/>
        </p:nvSpPr>
        <p:spPr>
          <a:xfrm>
            <a:off x="10022433" y="4945149"/>
            <a:ext cx="1689341" cy="338554"/>
          </a:xfrm>
          <a:prstGeom prst="rect">
            <a:avLst/>
          </a:prstGeom>
          <a:noFill/>
        </p:spPr>
        <p:txBody>
          <a:bodyPr wrap="square" lIns="91440" tIns="45720" rIns="91440" bIns="45720" rtlCol="0" anchor="t">
            <a:spAutoFit/>
          </a:bodyPr>
          <a:lstStyle/>
          <a:p>
            <a:r>
              <a:rPr lang="vi-VN" sz="1600" err="1">
                <a:latin typeface="Arial"/>
                <a:ea typeface="+mn-lt"/>
                <a:cs typeface="Arial"/>
              </a:rPr>
              <a:t>Cleaning</a:t>
            </a:r>
            <a:r>
              <a:rPr lang="vi-VN" sz="1600">
                <a:latin typeface="Arial"/>
                <a:ea typeface="+mn-lt"/>
                <a:cs typeface="Arial"/>
              </a:rPr>
              <a:t> </a:t>
            </a:r>
            <a:r>
              <a:rPr lang="vi-VN" sz="1600" err="1">
                <a:latin typeface="Arial"/>
                <a:ea typeface="+mn-lt"/>
                <a:cs typeface="Arial"/>
              </a:rPr>
              <a:t>tasks</a:t>
            </a:r>
            <a:endParaRPr lang="vi-VN" err="1"/>
          </a:p>
        </p:txBody>
      </p:sp>
      <p:sp>
        <p:nvSpPr>
          <p:cNvPr id="50" name="Rectangle 49">
            <a:extLst>
              <a:ext uri="{FF2B5EF4-FFF2-40B4-BE49-F238E27FC236}">
                <a16:creationId xmlns:a16="http://schemas.microsoft.com/office/drawing/2014/main" id="{26296662-7579-3B96-14F4-849EA82CA71F}"/>
              </a:ext>
            </a:extLst>
          </p:cNvPr>
          <p:cNvSpPr/>
          <p:nvPr/>
        </p:nvSpPr>
        <p:spPr>
          <a:xfrm>
            <a:off x="9104028" y="1568626"/>
            <a:ext cx="732020" cy="870419"/>
          </a:xfrm>
          <a:prstGeom prst="rect">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7BB44683-A149-3D86-113E-D0A79BA43829}"/>
              </a:ext>
            </a:extLst>
          </p:cNvPr>
          <p:cNvSpPr txBox="1"/>
          <p:nvPr/>
        </p:nvSpPr>
        <p:spPr>
          <a:xfrm>
            <a:off x="9090498" y="1845276"/>
            <a:ext cx="880826" cy="369332"/>
          </a:xfrm>
          <a:prstGeom prst="rect">
            <a:avLst/>
          </a:prstGeom>
          <a:noFill/>
        </p:spPr>
        <p:txBody>
          <a:bodyPr wrap="square" rtlCol="0">
            <a:spAutoFit/>
          </a:bodyPr>
          <a:lstStyle/>
          <a:p>
            <a:r>
              <a:rPr lang="vi-VN" b="1"/>
              <a:t>CAFE</a:t>
            </a:r>
            <a:endParaRPr lang="en-US" b="1"/>
          </a:p>
        </p:txBody>
      </p:sp>
      <p:sp>
        <p:nvSpPr>
          <p:cNvPr id="52" name="Rectangle 51">
            <a:extLst>
              <a:ext uri="{FF2B5EF4-FFF2-40B4-BE49-F238E27FC236}">
                <a16:creationId xmlns:a16="http://schemas.microsoft.com/office/drawing/2014/main" id="{6EEEF461-2529-B65B-ED16-B9A1DD84EA28}"/>
              </a:ext>
            </a:extLst>
          </p:cNvPr>
          <p:cNvSpPr/>
          <p:nvPr/>
        </p:nvSpPr>
        <p:spPr>
          <a:xfrm>
            <a:off x="10140831" y="1568626"/>
            <a:ext cx="732020" cy="870419"/>
          </a:xfrm>
          <a:prstGeom prst="rect">
            <a:avLst/>
          </a:prstGeom>
          <a:solidFill>
            <a:schemeClr val="tx2">
              <a:lumMod val="50000"/>
              <a:lumOff val="5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62FE810C-86CA-1DA2-6C57-FDB2D0FB6A88}"/>
              </a:ext>
            </a:extLst>
          </p:cNvPr>
          <p:cNvSpPr txBox="1"/>
          <p:nvPr/>
        </p:nvSpPr>
        <p:spPr>
          <a:xfrm>
            <a:off x="10214038" y="1844533"/>
            <a:ext cx="732020" cy="369332"/>
          </a:xfrm>
          <a:prstGeom prst="rect">
            <a:avLst/>
          </a:prstGeom>
          <a:noFill/>
        </p:spPr>
        <p:txBody>
          <a:bodyPr wrap="square" rtlCol="0">
            <a:spAutoFit/>
          </a:bodyPr>
          <a:lstStyle/>
          <a:p>
            <a:r>
              <a:rPr lang="vi-VN" b="1"/>
              <a:t>QC</a:t>
            </a:r>
            <a:endParaRPr lang="en-US" b="1"/>
          </a:p>
        </p:txBody>
      </p:sp>
      <p:sp>
        <p:nvSpPr>
          <p:cNvPr id="5" name="AutoShape 2">
            <a:extLst>
              <a:ext uri="{FF2B5EF4-FFF2-40B4-BE49-F238E27FC236}">
                <a16:creationId xmlns:a16="http://schemas.microsoft.com/office/drawing/2014/main" id="{9894A301-B956-D5BA-B3BF-0DCA2D7B2B5E}"/>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6" name="Picture 5">
            <a:extLst>
              <a:ext uri="{FF2B5EF4-FFF2-40B4-BE49-F238E27FC236}">
                <a16:creationId xmlns:a16="http://schemas.microsoft.com/office/drawing/2014/main" id="{5E3D5E76-9F9D-43C2-2E44-026A5A682EAE}"/>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7" name="Slide Number Placeholder 6">
            <a:extLst>
              <a:ext uri="{FF2B5EF4-FFF2-40B4-BE49-F238E27FC236}">
                <a16:creationId xmlns:a16="http://schemas.microsoft.com/office/drawing/2014/main" id="{22CBAABE-3F2C-C04B-958D-E53A94EEED59}"/>
              </a:ext>
            </a:extLst>
          </p:cNvPr>
          <p:cNvSpPr>
            <a:spLocks noGrp="1"/>
          </p:cNvSpPr>
          <p:nvPr>
            <p:ph type="sldNum" sz="quarter" idx="12"/>
          </p:nvPr>
        </p:nvSpPr>
        <p:spPr>
          <a:xfrm>
            <a:off x="9434976" y="6473341"/>
            <a:ext cx="2743200" cy="365125"/>
          </a:xfrm>
        </p:spPr>
        <p:txBody>
          <a:bodyPr/>
          <a:lstStyle/>
          <a:p>
            <a:fld id="{40D408E2-9F58-4229-A8B2-E143E8FD52E1}" type="slidenum">
              <a:rPr lang="en-US" sz="2000" smtClean="0"/>
              <a:t>15</a:t>
            </a:fld>
            <a:endParaRPr lang="en-US" sz="2000"/>
          </a:p>
        </p:txBody>
      </p:sp>
    </p:spTree>
    <p:extLst>
      <p:ext uri="{BB962C8B-B14F-4D97-AF65-F5344CB8AC3E}">
        <p14:creationId xmlns:p14="http://schemas.microsoft.com/office/powerpoint/2010/main" val="2458993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EEC80-96C6-6957-1635-C31672798BB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315DE69-DD7D-5912-BB35-A91E461C2E8A}"/>
              </a:ext>
            </a:extLst>
          </p:cNvPr>
          <p:cNvSpPr/>
          <p:nvPr/>
        </p:nvSpPr>
        <p:spPr>
          <a:xfrm>
            <a:off x="287024" y="3715352"/>
            <a:ext cx="3432747" cy="2487189"/>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5186DF8-7E4A-08D7-B87E-AA7D419312E1}"/>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69C68437-AE12-3C6E-525B-0411AEEFD1EA}"/>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B9C76DA8-A844-0F5B-C9EC-20788A6225DB}"/>
              </a:ext>
            </a:extLst>
          </p:cNvPr>
          <p:cNvSpPr txBox="1"/>
          <p:nvPr/>
        </p:nvSpPr>
        <p:spPr>
          <a:xfrm>
            <a:off x="184584" y="653537"/>
            <a:ext cx="7205567" cy="49244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2.2</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ea typeface="+mn-lt"/>
                <a:cs typeface="Arial"/>
              </a:rPr>
              <a:t>Logic</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for</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Manhour</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Budget</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Proposal</a:t>
            </a:r>
            <a:endParaRPr lang="en-US" sz="2500" b="1" dirty="0">
              <a:solidFill>
                <a:schemeClr val="tx2">
                  <a:lumMod val="75000"/>
                </a:schemeClr>
              </a:solidFill>
              <a:latin typeface="Arial"/>
              <a:ea typeface="+mn-lt"/>
              <a:cs typeface="Arial"/>
            </a:endParaRPr>
          </a:p>
        </p:txBody>
      </p:sp>
      <p:sp>
        <p:nvSpPr>
          <p:cNvPr id="5" name="Rectangle 4">
            <a:extLst>
              <a:ext uri="{FF2B5EF4-FFF2-40B4-BE49-F238E27FC236}">
                <a16:creationId xmlns:a16="http://schemas.microsoft.com/office/drawing/2014/main" id="{2037F826-BBA2-EC0E-CD14-928AC9499C13}"/>
              </a:ext>
            </a:extLst>
          </p:cNvPr>
          <p:cNvSpPr/>
          <p:nvPr/>
        </p:nvSpPr>
        <p:spPr>
          <a:xfrm>
            <a:off x="566169" y="1571038"/>
            <a:ext cx="2862047" cy="1200329"/>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F85B03F-80EB-A72D-31EC-8EE1DAA0B308}"/>
              </a:ext>
            </a:extLst>
          </p:cNvPr>
          <p:cNvSpPr/>
          <p:nvPr/>
        </p:nvSpPr>
        <p:spPr>
          <a:xfrm>
            <a:off x="515654" y="4027595"/>
            <a:ext cx="2869869" cy="1933096"/>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F0784EB-E691-87C7-6BA2-29E3C8DA6399}"/>
              </a:ext>
            </a:extLst>
          </p:cNvPr>
          <p:cNvSpPr/>
          <p:nvPr/>
        </p:nvSpPr>
        <p:spPr>
          <a:xfrm>
            <a:off x="5032402" y="1447742"/>
            <a:ext cx="2357749" cy="4761199"/>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quals 16">
            <a:extLst>
              <a:ext uri="{FF2B5EF4-FFF2-40B4-BE49-F238E27FC236}">
                <a16:creationId xmlns:a16="http://schemas.microsoft.com/office/drawing/2014/main" id="{A1D64585-3430-F6BF-201A-DCAC34E4265B}"/>
              </a:ext>
            </a:extLst>
          </p:cNvPr>
          <p:cNvSpPr/>
          <p:nvPr/>
        </p:nvSpPr>
        <p:spPr>
          <a:xfrm>
            <a:off x="7699320" y="2640718"/>
            <a:ext cx="1079292" cy="1304145"/>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Multiplication Sign 21">
            <a:extLst>
              <a:ext uri="{FF2B5EF4-FFF2-40B4-BE49-F238E27FC236}">
                <a16:creationId xmlns:a16="http://schemas.microsoft.com/office/drawing/2014/main" id="{E4B96AFB-3A00-9DA5-B43B-B64007068772}"/>
              </a:ext>
            </a:extLst>
          </p:cNvPr>
          <p:cNvSpPr/>
          <p:nvPr/>
        </p:nvSpPr>
        <p:spPr>
          <a:xfrm>
            <a:off x="3609474" y="4421629"/>
            <a:ext cx="1403932" cy="1304145"/>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9D60B79-5B24-AB0E-9E45-194602095793}"/>
              </a:ext>
            </a:extLst>
          </p:cNvPr>
          <p:cNvSpPr/>
          <p:nvPr/>
        </p:nvSpPr>
        <p:spPr>
          <a:xfrm>
            <a:off x="9104215" y="1447742"/>
            <a:ext cx="2442414" cy="4754802"/>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AF19AB1-24A6-85DD-184B-5775FE962C4E}"/>
              </a:ext>
            </a:extLst>
          </p:cNvPr>
          <p:cNvSpPr txBox="1"/>
          <p:nvPr/>
        </p:nvSpPr>
        <p:spPr>
          <a:xfrm>
            <a:off x="631439" y="1656971"/>
            <a:ext cx="2783469" cy="1015663"/>
          </a:xfrm>
          <a:prstGeom prst="rect">
            <a:avLst/>
          </a:prstGeom>
          <a:noFill/>
        </p:spPr>
        <p:txBody>
          <a:bodyPr wrap="square" lIns="91440" tIns="45720" rIns="91440" bIns="45720" rtlCol="0" anchor="t">
            <a:spAutoFit/>
          </a:bodyPr>
          <a:lstStyle/>
          <a:p>
            <a:r>
              <a:rPr lang="en-US" sz="2000" dirty="0">
                <a:latin typeface="Arial"/>
                <a:ea typeface="+mn-lt"/>
                <a:cs typeface="+mn-lt"/>
              </a:rPr>
              <a:t>Fixed tasks have the same completion time across all stores.</a:t>
            </a:r>
            <a:r>
              <a:rPr lang="en-US" dirty="0">
                <a:latin typeface="Arial"/>
                <a:ea typeface="+mn-lt"/>
                <a:cs typeface="+mn-lt"/>
              </a:rPr>
              <a:t> </a:t>
            </a:r>
            <a:endParaRPr lang="vi-VN" dirty="0">
              <a:latin typeface="Arial"/>
            </a:endParaRPr>
          </a:p>
        </p:txBody>
      </p:sp>
      <p:sp>
        <p:nvSpPr>
          <p:cNvPr id="30" name="TextBox 29">
            <a:extLst>
              <a:ext uri="{FF2B5EF4-FFF2-40B4-BE49-F238E27FC236}">
                <a16:creationId xmlns:a16="http://schemas.microsoft.com/office/drawing/2014/main" id="{B2BA3F6F-F37D-24CA-C8AB-D997205CEEEE}"/>
              </a:ext>
            </a:extLst>
          </p:cNvPr>
          <p:cNvSpPr txBox="1"/>
          <p:nvPr/>
        </p:nvSpPr>
        <p:spPr>
          <a:xfrm>
            <a:off x="593593" y="4178535"/>
            <a:ext cx="2821315" cy="1631216"/>
          </a:xfrm>
          <a:prstGeom prst="rect">
            <a:avLst/>
          </a:prstGeom>
          <a:noFill/>
        </p:spPr>
        <p:txBody>
          <a:bodyPr wrap="square" lIns="91440" tIns="45720" rIns="91440" bIns="45720" rtlCol="0" anchor="t">
            <a:spAutoFit/>
          </a:bodyPr>
          <a:lstStyle/>
          <a:p>
            <a:r>
              <a:rPr lang="en-US" sz="2000" dirty="0">
                <a:latin typeface="Arial"/>
                <a:ea typeface="+mn-lt"/>
                <a:cs typeface="Arial"/>
              </a:rPr>
              <a:t>Tasks depend on each store’s conditions, such as the number of customers, store area, and volume of goods. </a:t>
            </a:r>
            <a:endParaRPr lang="vi-VN" sz="2000" dirty="0">
              <a:latin typeface="Arial"/>
              <a:cs typeface="Arial"/>
            </a:endParaRPr>
          </a:p>
        </p:txBody>
      </p:sp>
      <p:sp>
        <p:nvSpPr>
          <p:cNvPr id="32" name="Plus Sign 31">
            <a:extLst>
              <a:ext uri="{FF2B5EF4-FFF2-40B4-BE49-F238E27FC236}">
                <a16:creationId xmlns:a16="http://schemas.microsoft.com/office/drawing/2014/main" id="{C3ED578C-B67A-04A5-36AE-C742972579EC}"/>
              </a:ext>
            </a:extLst>
          </p:cNvPr>
          <p:cNvSpPr/>
          <p:nvPr/>
        </p:nvSpPr>
        <p:spPr>
          <a:xfrm>
            <a:off x="1605236" y="3003534"/>
            <a:ext cx="690704" cy="528313"/>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B8D711F-D958-F6D7-EEA1-D0B18A83BEF3}"/>
              </a:ext>
            </a:extLst>
          </p:cNvPr>
          <p:cNvSpPr txBox="1"/>
          <p:nvPr/>
        </p:nvSpPr>
        <p:spPr>
          <a:xfrm>
            <a:off x="5210047" y="2413337"/>
            <a:ext cx="2013292" cy="3170099"/>
          </a:xfrm>
          <a:prstGeom prst="rect">
            <a:avLst/>
          </a:prstGeom>
          <a:noFill/>
        </p:spPr>
        <p:txBody>
          <a:bodyPr wrap="square" lIns="91440" tIns="45720" rIns="91440" bIns="45720" rtlCol="0" anchor="t">
            <a:spAutoFit/>
          </a:bodyPr>
          <a:lstStyle/>
          <a:p>
            <a:r>
              <a:rPr lang="en-US" sz="2000" dirty="0">
                <a:latin typeface="Arial"/>
                <a:ea typeface="+mn-lt"/>
                <a:cs typeface="+mn-lt"/>
              </a:rPr>
              <a:t>Store Information:</a:t>
            </a:r>
            <a:endParaRPr lang="vi-VN" sz="2000" dirty="0">
              <a:latin typeface="Arial"/>
              <a:ea typeface="+mn-lt"/>
              <a:cs typeface="Arial"/>
            </a:endParaRPr>
          </a:p>
          <a:p>
            <a:pPr marL="285750" indent="-285750">
              <a:buFont typeface="Arial"/>
              <a:buChar char="•"/>
            </a:pPr>
            <a:r>
              <a:rPr lang="en-US" sz="2000" dirty="0">
                <a:latin typeface="Arial"/>
                <a:ea typeface="+mn-lt"/>
                <a:cs typeface="+mn-lt"/>
              </a:rPr>
              <a:t>Store area</a:t>
            </a:r>
          </a:p>
          <a:p>
            <a:pPr marL="285750" indent="-285750">
              <a:buFont typeface="Arial"/>
              <a:buChar char="•"/>
            </a:pPr>
            <a:r>
              <a:rPr lang="en-US" sz="2000" dirty="0">
                <a:latin typeface="Arial"/>
                <a:ea typeface="+mn-lt"/>
                <a:cs typeface="+mn-lt"/>
              </a:rPr>
              <a:t>Number of customers</a:t>
            </a:r>
            <a:endParaRPr lang="en-US" sz="2000" dirty="0">
              <a:latin typeface="Arial"/>
              <a:cs typeface="Arial"/>
            </a:endParaRPr>
          </a:p>
          <a:p>
            <a:pPr marL="285750" indent="-285750">
              <a:buFont typeface="Arial"/>
              <a:buChar char="•"/>
            </a:pPr>
            <a:r>
              <a:rPr lang="en-US" sz="2000" dirty="0">
                <a:latin typeface="Arial"/>
                <a:ea typeface="+mn-lt"/>
                <a:cs typeface="+mn-lt"/>
              </a:rPr>
              <a:t>Number of staff</a:t>
            </a:r>
            <a:endParaRPr lang="en-US" sz="2000" dirty="0">
              <a:latin typeface="Arial"/>
              <a:cs typeface="Arial"/>
            </a:endParaRPr>
          </a:p>
          <a:p>
            <a:pPr marL="285750" indent="-285750">
              <a:buFont typeface="Arial"/>
              <a:buChar char="•"/>
            </a:pPr>
            <a:r>
              <a:rPr lang="en-US" sz="2000" dirty="0">
                <a:latin typeface="Arial"/>
                <a:ea typeface="+mn-lt"/>
                <a:cs typeface="+mn-lt"/>
              </a:rPr>
              <a:t>Average daily goods received</a:t>
            </a:r>
            <a:endParaRPr lang="en-US" sz="2000" dirty="0">
              <a:latin typeface="Arial"/>
              <a:cs typeface="Arial"/>
            </a:endParaRPr>
          </a:p>
        </p:txBody>
      </p:sp>
      <p:sp>
        <p:nvSpPr>
          <p:cNvPr id="36" name="TextBox 35">
            <a:extLst>
              <a:ext uri="{FF2B5EF4-FFF2-40B4-BE49-F238E27FC236}">
                <a16:creationId xmlns:a16="http://schemas.microsoft.com/office/drawing/2014/main" id="{264DA7F1-19DB-6658-C741-2ED6880C0F36}"/>
              </a:ext>
            </a:extLst>
          </p:cNvPr>
          <p:cNvSpPr txBox="1"/>
          <p:nvPr/>
        </p:nvSpPr>
        <p:spPr>
          <a:xfrm>
            <a:off x="9534079" y="2842549"/>
            <a:ext cx="2013292" cy="707886"/>
          </a:xfrm>
          <a:prstGeom prst="rect">
            <a:avLst/>
          </a:prstGeom>
          <a:noFill/>
        </p:spPr>
        <p:txBody>
          <a:bodyPr wrap="square" lIns="91440" tIns="45720" rIns="91440" bIns="45720" rtlCol="0" anchor="t">
            <a:spAutoFit/>
          </a:bodyPr>
          <a:lstStyle/>
          <a:p>
            <a:r>
              <a:rPr lang="en-US" sz="2000">
                <a:latin typeface="Arial"/>
                <a:ea typeface="+mn-lt"/>
                <a:cs typeface="+mn-lt"/>
              </a:rPr>
              <a:t>Required working hours</a:t>
            </a:r>
            <a:endParaRPr lang="vi-VN" sz="2000">
              <a:latin typeface="Arial"/>
            </a:endParaRPr>
          </a:p>
        </p:txBody>
      </p:sp>
      <p:sp>
        <p:nvSpPr>
          <p:cNvPr id="37" name="TextBox 36">
            <a:extLst>
              <a:ext uri="{FF2B5EF4-FFF2-40B4-BE49-F238E27FC236}">
                <a16:creationId xmlns:a16="http://schemas.microsoft.com/office/drawing/2014/main" id="{523CFCB9-441C-7BC9-918C-ACF03DED41D3}"/>
              </a:ext>
            </a:extLst>
          </p:cNvPr>
          <p:cNvSpPr txBox="1"/>
          <p:nvPr/>
        </p:nvSpPr>
        <p:spPr>
          <a:xfrm>
            <a:off x="307226" y="1200977"/>
            <a:ext cx="3431893" cy="338554"/>
          </a:xfrm>
          <a:prstGeom prst="rect">
            <a:avLst/>
          </a:prstGeom>
          <a:noFill/>
        </p:spPr>
        <p:txBody>
          <a:bodyPr wrap="square" lIns="91440" tIns="45720" rIns="91440" bIns="45720" rtlCol="0" anchor="t">
            <a:spAutoFit/>
          </a:bodyPr>
          <a:lstStyle/>
          <a:p>
            <a:r>
              <a:rPr lang="en-US" sz="1600" b="1" dirty="0"/>
              <a:t>CALCULATE MANHOURS PER TASK</a:t>
            </a:r>
          </a:p>
        </p:txBody>
      </p:sp>
      <p:sp>
        <p:nvSpPr>
          <p:cNvPr id="8" name="AutoShape 2">
            <a:extLst>
              <a:ext uri="{FF2B5EF4-FFF2-40B4-BE49-F238E27FC236}">
                <a16:creationId xmlns:a16="http://schemas.microsoft.com/office/drawing/2014/main" id="{50706C45-D626-5912-7E85-B48B0DD817A6}"/>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9" name="Picture 8">
            <a:extLst>
              <a:ext uri="{FF2B5EF4-FFF2-40B4-BE49-F238E27FC236}">
                <a16:creationId xmlns:a16="http://schemas.microsoft.com/office/drawing/2014/main" id="{66E4D284-B4D0-1C8E-A1F7-02B55277E0F0}"/>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10" name="Slide Number Placeholder 9">
            <a:extLst>
              <a:ext uri="{FF2B5EF4-FFF2-40B4-BE49-F238E27FC236}">
                <a16:creationId xmlns:a16="http://schemas.microsoft.com/office/drawing/2014/main" id="{5576F748-93BB-9039-8EEA-D4A64D5F24BB}"/>
              </a:ext>
            </a:extLst>
          </p:cNvPr>
          <p:cNvSpPr>
            <a:spLocks noGrp="1"/>
          </p:cNvSpPr>
          <p:nvPr>
            <p:ph type="sldNum" sz="quarter" idx="12"/>
          </p:nvPr>
        </p:nvSpPr>
        <p:spPr>
          <a:xfrm>
            <a:off x="9448800" y="6492875"/>
            <a:ext cx="2743200" cy="365125"/>
          </a:xfrm>
        </p:spPr>
        <p:txBody>
          <a:bodyPr/>
          <a:lstStyle/>
          <a:p>
            <a:fld id="{40D408E2-9F58-4229-A8B2-E143E8FD52E1}" type="slidenum">
              <a:rPr lang="en-US" sz="2000" smtClean="0"/>
              <a:t>16</a:t>
            </a:fld>
            <a:endParaRPr lang="en-US" sz="2000"/>
          </a:p>
        </p:txBody>
      </p:sp>
    </p:spTree>
    <p:extLst>
      <p:ext uri="{BB962C8B-B14F-4D97-AF65-F5344CB8AC3E}">
        <p14:creationId xmlns:p14="http://schemas.microsoft.com/office/powerpoint/2010/main" val="1692450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964C9-13BF-2116-413C-D09A403766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341E0B-C95B-BB72-E748-8A7630620A7D}"/>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95FC4875-D3FE-13E4-B023-B50A21F70241}"/>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E6FEA61B-F352-CC90-9C09-330671BA5B72}"/>
              </a:ext>
            </a:extLst>
          </p:cNvPr>
          <p:cNvSpPr txBox="1"/>
          <p:nvPr/>
        </p:nvSpPr>
        <p:spPr>
          <a:xfrm>
            <a:off x="184584" y="653537"/>
            <a:ext cx="7205567" cy="49244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2.3</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cs typeface="Arial"/>
              </a:rPr>
              <a:t>Create</a:t>
            </a:r>
            <a:r>
              <a:rPr lang="vi-VN" sz="2500" b="1" dirty="0">
                <a:solidFill>
                  <a:schemeClr val="tx2">
                    <a:lumMod val="75000"/>
                  </a:schemeClr>
                </a:solidFill>
                <a:latin typeface="Arial"/>
                <a:cs typeface="Arial"/>
              </a:rPr>
              <a:t> DWS </a:t>
            </a:r>
            <a:r>
              <a:rPr lang="vi-VN" sz="2500" b="1" dirty="0" err="1">
                <a:solidFill>
                  <a:schemeClr val="tx2">
                    <a:lumMod val="75000"/>
                  </a:schemeClr>
                </a:solidFill>
                <a:latin typeface="Arial"/>
                <a:cs typeface="Arial"/>
              </a:rPr>
              <a:t>Model</a:t>
            </a:r>
            <a:endParaRPr lang="en-US" sz="2600" b="1" dirty="0">
              <a:solidFill>
                <a:schemeClr val="tx2">
                  <a:lumMod val="75000"/>
                </a:schemeClr>
              </a:solidFill>
              <a:latin typeface="Arial"/>
              <a:cs typeface="Arial"/>
            </a:endParaRPr>
          </a:p>
        </p:txBody>
      </p:sp>
      <p:sp>
        <p:nvSpPr>
          <p:cNvPr id="9" name="Rectangle 8">
            <a:extLst>
              <a:ext uri="{FF2B5EF4-FFF2-40B4-BE49-F238E27FC236}">
                <a16:creationId xmlns:a16="http://schemas.microsoft.com/office/drawing/2014/main" id="{C70DEFDF-8857-B4C9-6625-6A62DD699FC7}"/>
              </a:ext>
            </a:extLst>
          </p:cNvPr>
          <p:cNvSpPr/>
          <p:nvPr/>
        </p:nvSpPr>
        <p:spPr>
          <a:xfrm>
            <a:off x="675301" y="5651577"/>
            <a:ext cx="10987047" cy="1076902"/>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4197635-69BB-0213-E69D-62CC0821CBD8}"/>
              </a:ext>
            </a:extLst>
          </p:cNvPr>
          <p:cNvPicPr>
            <a:picLocks noChangeAspect="1"/>
          </p:cNvPicPr>
          <p:nvPr/>
        </p:nvPicPr>
        <p:blipFill>
          <a:blip r:embed="rId3"/>
          <a:stretch>
            <a:fillRect/>
          </a:stretch>
        </p:blipFill>
        <p:spPr>
          <a:xfrm>
            <a:off x="1188560" y="1286239"/>
            <a:ext cx="6666286" cy="4108556"/>
          </a:xfrm>
          <a:prstGeom prst="rect">
            <a:avLst/>
          </a:prstGeom>
        </p:spPr>
      </p:pic>
      <p:pic>
        <p:nvPicPr>
          <p:cNvPr id="15" name="Picture 14">
            <a:extLst>
              <a:ext uri="{FF2B5EF4-FFF2-40B4-BE49-F238E27FC236}">
                <a16:creationId xmlns:a16="http://schemas.microsoft.com/office/drawing/2014/main" id="{ABF50052-6A0F-BC15-2044-45F1C2341483}"/>
              </a:ext>
            </a:extLst>
          </p:cNvPr>
          <p:cNvPicPr>
            <a:picLocks noChangeAspect="1"/>
          </p:cNvPicPr>
          <p:nvPr/>
        </p:nvPicPr>
        <p:blipFill>
          <a:blip r:embed="rId4"/>
          <a:stretch>
            <a:fillRect/>
          </a:stretch>
        </p:blipFill>
        <p:spPr>
          <a:xfrm>
            <a:off x="659095" y="1339657"/>
            <a:ext cx="695422" cy="4055138"/>
          </a:xfrm>
          <a:prstGeom prst="rect">
            <a:avLst/>
          </a:prstGeom>
        </p:spPr>
      </p:pic>
      <p:pic>
        <p:nvPicPr>
          <p:cNvPr id="17" name="Picture 16">
            <a:extLst>
              <a:ext uri="{FF2B5EF4-FFF2-40B4-BE49-F238E27FC236}">
                <a16:creationId xmlns:a16="http://schemas.microsoft.com/office/drawing/2014/main" id="{A4F6C4B4-1435-4674-02E3-B7945966ECE0}"/>
              </a:ext>
            </a:extLst>
          </p:cNvPr>
          <p:cNvPicPr>
            <a:picLocks noChangeAspect="1"/>
          </p:cNvPicPr>
          <p:nvPr/>
        </p:nvPicPr>
        <p:blipFill>
          <a:blip r:embed="rId5"/>
          <a:stretch>
            <a:fillRect/>
          </a:stretch>
        </p:blipFill>
        <p:spPr>
          <a:xfrm>
            <a:off x="8004748" y="1271433"/>
            <a:ext cx="3657600" cy="4229957"/>
          </a:xfrm>
          <a:prstGeom prst="rect">
            <a:avLst/>
          </a:prstGeom>
        </p:spPr>
      </p:pic>
      <p:sp>
        <p:nvSpPr>
          <p:cNvPr id="5" name="TextBox 4">
            <a:extLst>
              <a:ext uri="{FF2B5EF4-FFF2-40B4-BE49-F238E27FC236}">
                <a16:creationId xmlns:a16="http://schemas.microsoft.com/office/drawing/2014/main" id="{174AF74A-DD98-F388-CCD8-A0861E2E29F4}"/>
              </a:ext>
            </a:extLst>
          </p:cNvPr>
          <p:cNvSpPr txBox="1"/>
          <p:nvPr/>
        </p:nvSpPr>
        <p:spPr>
          <a:xfrm>
            <a:off x="841946" y="5651577"/>
            <a:ext cx="10950762" cy="1292662"/>
          </a:xfrm>
          <a:prstGeom prst="rect">
            <a:avLst/>
          </a:prstGeom>
          <a:noFill/>
        </p:spPr>
        <p:txBody>
          <a:bodyPr wrap="square" lIns="91440" tIns="45720" rIns="91440" bIns="45720" rtlCol="0" anchor="t">
            <a:spAutoFit/>
          </a:bodyPr>
          <a:lstStyle/>
          <a:p>
            <a:pPr marL="285750" indent="-285750">
              <a:buFont typeface="Arial"/>
              <a:buChar char="•"/>
            </a:pPr>
            <a:r>
              <a:rPr lang="vi-VN" sz="2000" err="1">
                <a:latin typeface="Arial"/>
                <a:ea typeface="+mn-lt"/>
                <a:cs typeface="Arial"/>
              </a:rPr>
              <a:t>Set</a:t>
            </a:r>
            <a:r>
              <a:rPr lang="vi-VN" sz="2000">
                <a:latin typeface="Arial"/>
                <a:ea typeface="+mn-lt"/>
                <a:cs typeface="Arial"/>
              </a:rPr>
              <a:t> </a:t>
            </a:r>
            <a:r>
              <a:rPr lang="vi-VN" sz="2000" err="1">
                <a:latin typeface="Arial"/>
                <a:ea typeface="+mn-lt"/>
                <a:cs typeface="Arial"/>
              </a:rPr>
              <a:t>standard</a:t>
            </a:r>
            <a:r>
              <a:rPr lang="vi-VN" sz="2000">
                <a:latin typeface="Arial"/>
                <a:ea typeface="+mn-lt"/>
                <a:cs typeface="Arial"/>
              </a:rPr>
              <a:t> </a:t>
            </a:r>
            <a:r>
              <a:rPr lang="vi-VN" sz="2000" err="1">
                <a:latin typeface="Arial"/>
                <a:ea typeface="+mn-lt"/>
                <a:cs typeface="Arial"/>
              </a:rPr>
              <a:t>task</a:t>
            </a:r>
            <a:r>
              <a:rPr lang="vi-VN" sz="2000">
                <a:latin typeface="Arial"/>
                <a:ea typeface="+mn-lt"/>
                <a:cs typeface="Arial"/>
              </a:rPr>
              <a:t> </a:t>
            </a:r>
            <a:r>
              <a:rPr lang="vi-VN" sz="2000" err="1">
                <a:latin typeface="Arial"/>
                <a:ea typeface="+mn-lt"/>
                <a:cs typeface="Arial"/>
              </a:rPr>
              <a:t>times</a:t>
            </a:r>
            <a:r>
              <a:rPr lang="vi-VN" sz="2000">
                <a:latin typeface="Arial"/>
                <a:ea typeface="+mn-lt"/>
                <a:cs typeface="Arial"/>
              </a:rPr>
              <a:t> in the HQ </a:t>
            </a:r>
            <a:r>
              <a:rPr lang="vi-VN" sz="2000" err="1">
                <a:latin typeface="Arial"/>
                <a:ea typeface="+mn-lt"/>
                <a:cs typeface="Arial"/>
              </a:rPr>
              <a:t>system</a:t>
            </a:r>
            <a:r>
              <a:rPr lang="vi-VN" sz="2000">
                <a:latin typeface="Arial"/>
                <a:ea typeface="+mn-lt"/>
                <a:cs typeface="Arial"/>
              </a:rPr>
              <a:t> (</a:t>
            </a:r>
            <a:r>
              <a:rPr lang="vi-VN" sz="2000" err="1">
                <a:latin typeface="Arial"/>
                <a:ea typeface="+mn-lt"/>
                <a:cs typeface="Arial"/>
              </a:rPr>
              <a:t>update</a:t>
            </a:r>
            <a:r>
              <a:rPr lang="vi-VN" sz="2000">
                <a:latin typeface="Arial"/>
                <a:ea typeface="+mn-lt"/>
                <a:cs typeface="Arial"/>
              </a:rPr>
              <a:t> &amp; </a:t>
            </a:r>
            <a:r>
              <a:rPr lang="vi-VN" sz="2000" err="1">
                <a:latin typeface="Arial"/>
                <a:ea typeface="+mn-lt"/>
                <a:cs typeface="Arial"/>
              </a:rPr>
              <a:t>history</a:t>
            </a:r>
            <a:r>
              <a:rPr lang="vi-VN" sz="2000">
                <a:latin typeface="Arial"/>
                <a:ea typeface="+mn-lt"/>
                <a:cs typeface="Arial"/>
              </a:rPr>
              <a:t> </a:t>
            </a:r>
            <a:r>
              <a:rPr lang="vi-VN" sz="2000" err="1">
                <a:latin typeface="Arial"/>
                <a:ea typeface="+mn-lt"/>
                <a:cs typeface="Arial"/>
              </a:rPr>
              <a:t>tracking</a:t>
            </a:r>
            <a:r>
              <a:rPr lang="vi-VN" sz="2000">
                <a:latin typeface="Arial"/>
                <a:ea typeface="+mn-lt"/>
                <a:cs typeface="Arial"/>
              </a:rPr>
              <a:t>).</a:t>
            </a:r>
            <a:endParaRPr lang="en-US" sz="2000">
              <a:latin typeface="Arial"/>
              <a:ea typeface="+mn-lt"/>
              <a:cs typeface="Arial"/>
            </a:endParaRPr>
          </a:p>
          <a:p>
            <a:pPr marL="285750" indent="-285750">
              <a:buFont typeface="Arial,Sans-Serif"/>
              <a:buChar char="•"/>
            </a:pPr>
            <a:r>
              <a:rPr lang="en-US" sz="2000">
                <a:latin typeface="Arial"/>
                <a:ea typeface="+mn-lt"/>
                <a:cs typeface="+mn-lt"/>
              </a:rPr>
              <a:t>Integrate store data to calculate proposed manhours per model.</a:t>
            </a:r>
            <a:endParaRPr lang="en-US" sz="2000">
              <a:latin typeface="Arial"/>
              <a:ea typeface="+mn-lt"/>
              <a:cs typeface="Arial"/>
            </a:endParaRPr>
          </a:p>
          <a:p>
            <a:pPr marL="285750" indent="-285750">
              <a:buFont typeface="Arial,Sans-Serif"/>
              <a:buChar char="•"/>
            </a:pPr>
            <a:r>
              <a:rPr lang="en-US" sz="2000">
                <a:latin typeface="Arial"/>
                <a:ea typeface="+mn-lt"/>
                <a:cs typeface="+mn-lt"/>
              </a:rPr>
              <a:t>Align with operations team to optimize and minimize manual input.</a:t>
            </a:r>
            <a:endParaRPr lang="en-US" sz="2000">
              <a:latin typeface="Arial"/>
              <a:cs typeface="Arial"/>
            </a:endParaRPr>
          </a:p>
          <a:p>
            <a:pPr marL="285750" indent="-285750">
              <a:buFont typeface="Arial,Sans-Serif"/>
              <a:buChar char="•"/>
            </a:pPr>
            <a:endParaRPr lang="vi-VN">
              <a:latin typeface="Arial"/>
              <a:cs typeface="Arial"/>
            </a:endParaRPr>
          </a:p>
        </p:txBody>
      </p:sp>
      <p:sp>
        <p:nvSpPr>
          <p:cNvPr id="6" name="AutoShape 2">
            <a:extLst>
              <a:ext uri="{FF2B5EF4-FFF2-40B4-BE49-F238E27FC236}">
                <a16:creationId xmlns:a16="http://schemas.microsoft.com/office/drawing/2014/main" id="{D415F0C0-43AA-9D69-944B-91BC85D73522}"/>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278C8389-324A-C325-1310-817699227AEA}"/>
              </a:ext>
            </a:extLst>
          </p:cNvPr>
          <p:cNvPicPr>
            <a:picLocks noChangeAspect="1"/>
          </p:cNvPicPr>
          <p:nvPr/>
        </p:nvPicPr>
        <p:blipFill>
          <a:blip r:embed="rId6"/>
          <a:stretch>
            <a:fillRect/>
          </a:stretch>
        </p:blipFill>
        <p:spPr>
          <a:xfrm>
            <a:off x="10381272" y="111060"/>
            <a:ext cx="1713875" cy="381847"/>
          </a:xfrm>
          <a:prstGeom prst="rect">
            <a:avLst/>
          </a:prstGeom>
        </p:spPr>
      </p:pic>
      <p:sp>
        <p:nvSpPr>
          <p:cNvPr id="8" name="Slide Number Placeholder 7">
            <a:extLst>
              <a:ext uri="{FF2B5EF4-FFF2-40B4-BE49-F238E27FC236}">
                <a16:creationId xmlns:a16="http://schemas.microsoft.com/office/drawing/2014/main" id="{53DC4A26-FE57-5C97-34CF-7CA704B63145}"/>
              </a:ext>
            </a:extLst>
          </p:cNvPr>
          <p:cNvSpPr>
            <a:spLocks noGrp="1"/>
          </p:cNvSpPr>
          <p:nvPr>
            <p:ph type="sldNum" sz="quarter" idx="12"/>
          </p:nvPr>
        </p:nvSpPr>
        <p:spPr>
          <a:xfrm>
            <a:off x="9448800" y="6462898"/>
            <a:ext cx="2743200" cy="365125"/>
          </a:xfrm>
        </p:spPr>
        <p:txBody>
          <a:bodyPr/>
          <a:lstStyle/>
          <a:p>
            <a:fld id="{40D408E2-9F58-4229-A8B2-E143E8FD52E1}" type="slidenum">
              <a:rPr lang="en-US" sz="2000" smtClean="0"/>
              <a:t>17</a:t>
            </a:fld>
            <a:endParaRPr lang="en-US" sz="2000"/>
          </a:p>
        </p:txBody>
      </p:sp>
    </p:spTree>
    <p:extLst>
      <p:ext uri="{BB962C8B-B14F-4D97-AF65-F5344CB8AC3E}">
        <p14:creationId xmlns:p14="http://schemas.microsoft.com/office/powerpoint/2010/main" val="3806161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B1F0-DEDF-C125-DF03-9B73B90B3A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0F14F8-5315-00DA-C6EA-0A916B01C80C}"/>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ACF26C5E-C0F6-AF43-3092-7099E38B2C8C}"/>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33A373C6-9DA7-2B7E-294C-564B104C655E}"/>
              </a:ext>
            </a:extLst>
          </p:cNvPr>
          <p:cNvSpPr txBox="1"/>
          <p:nvPr/>
        </p:nvSpPr>
        <p:spPr>
          <a:xfrm>
            <a:off x="184584" y="653537"/>
            <a:ext cx="7205567" cy="892552"/>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2.3</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cs typeface="Arial"/>
              </a:rPr>
              <a:t>Create</a:t>
            </a:r>
            <a:r>
              <a:rPr lang="vi-VN" sz="2500" b="1" dirty="0">
                <a:solidFill>
                  <a:schemeClr val="tx2">
                    <a:lumMod val="75000"/>
                  </a:schemeClr>
                </a:solidFill>
                <a:latin typeface="Arial"/>
                <a:cs typeface="Arial"/>
              </a:rPr>
              <a:t> DWS </a:t>
            </a:r>
            <a:r>
              <a:rPr lang="vi-VN" sz="2500" b="1" dirty="0" err="1">
                <a:solidFill>
                  <a:schemeClr val="tx2">
                    <a:lumMod val="75000"/>
                  </a:schemeClr>
                </a:solidFill>
                <a:latin typeface="Arial"/>
                <a:cs typeface="Arial"/>
              </a:rPr>
              <a:t>Model</a:t>
            </a:r>
            <a:endParaRPr lang="vi-VN" sz="2600" dirty="0">
              <a:solidFill>
                <a:schemeClr val="tx2">
                  <a:lumMod val="75000"/>
                </a:schemeClr>
              </a:solidFill>
              <a:latin typeface="Arial"/>
              <a:cs typeface="Arial"/>
            </a:endParaRPr>
          </a:p>
          <a:p>
            <a:endParaRPr lang="vi-VN" sz="2600" b="1" dirty="0">
              <a:solidFill>
                <a:schemeClr val="tx2">
                  <a:lumMod val="75000"/>
                </a:schemeClr>
              </a:solidFill>
              <a:latin typeface="Arial"/>
              <a:cs typeface="Arial"/>
            </a:endParaRPr>
          </a:p>
        </p:txBody>
      </p:sp>
      <p:pic>
        <p:nvPicPr>
          <p:cNvPr id="7" name="Picture 6">
            <a:extLst>
              <a:ext uri="{FF2B5EF4-FFF2-40B4-BE49-F238E27FC236}">
                <a16:creationId xmlns:a16="http://schemas.microsoft.com/office/drawing/2014/main" id="{4FA4C5C1-A8BF-DA68-B037-13D5FE0A72AC}"/>
              </a:ext>
            </a:extLst>
          </p:cNvPr>
          <p:cNvPicPr>
            <a:picLocks noChangeAspect="1"/>
          </p:cNvPicPr>
          <p:nvPr/>
        </p:nvPicPr>
        <p:blipFill>
          <a:blip r:embed="rId3"/>
          <a:stretch>
            <a:fillRect/>
          </a:stretch>
        </p:blipFill>
        <p:spPr>
          <a:xfrm>
            <a:off x="355118" y="1721924"/>
            <a:ext cx="7814521" cy="4684744"/>
          </a:xfrm>
          <a:prstGeom prst="rect">
            <a:avLst/>
          </a:prstGeom>
        </p:spPr>
      </p:pic>
      <p:pic>
        <p:nvPicPr>
          <p:cNvPr id="8" name="Picture 7">
            <a:extLst>
              <a:ext uri="{FF2B5EF4-FFF2-40B4-BE49-F238E27FC236}">
                <a16:creationId xmlns:a16="http://schemas.microsoft.com/office/drawing/2014/main" id="{5F473C1D-8620-74AE-3648-F396E908E33B}"/>
              </a:ext>
            </a:extLst>
          </p:cNvPr>
          <p:cNvPicPr>
            <a:picLocks noChangeAspect="1"/>
          </p:cNvPicPr>
          <p:nvPr/>
        </p:nvPicPr>
        <p:blipFill>
          <a:blip r:embed="rId4"/>
          <a:stretch>
            <a:fillRect/>
          </a:stretch>
        </p:blipFill>
        <p:spPr>
          <a:xfrm>
            <a:off x="8336069" y="2023672"/>
            <a:ext cx="3657600" cy="4320916"/>
          </a:xfrm>
          <a:prstGeom prst="rect">
            <a:avLst/>
          </a:prstGeom>
        </p:spPr>
      </p:pic>
      <p:pic>
        <p:nvPicPr>
          <p:cNvPr id="12" name="Picture 11">
            <a:extLst>
              <a:ext uri="{FF2B5EF4-FFF2-40B4-BE49-F238E27FC236}">
                <a16:creationId xmlns:a16="http://schemas.microsoft.com/office/drawing/2014/main" id="{09B07158-613B-6804-3669-92A4CFD205E5}"/>
              </a:ext>
            </a:extLst>
          </p:cNvPr>
          <p:cNvPicPr>
            <a:picLocks noChangeAspect="1"/>
          </p:cNvPicPr>
          <p:nvPr/>
        </p:nvPicPr>
        <p:blipFill>
          <a:blip r:embed="rId5"/>
          <a:stretch>
            <a:fillRect/>
          </a:stretch>
        </p:blipFill>
        <p:spPr>
          <a:xfrm>
            <a:off x="3752850" y="2590664"/>
            <a:ext cx="876300" cy="2362336"/>
          </a:xfrm>
          <a:prstGeom prst="rect">
            <a:avLst/>
          </a:prstGeom>
        </p:spPr>
      </p:pic>
      <p:sp>
        <p:nvSpPr>
          <p:cNvPr id="13" name="Arrow: Pentagon 12">
            <a:extLst>
              <a:ext uri="{FF2B5EF4-FFF2-40B4-BE49-F238E27FC236}">
                <a16:creationId xmlns:a16="http://schemas.microsoft.com/office/drawing/2014/main" id="{5650855A-4DC2-06F4-C62A-37F7073A14EB}"/>
              </a:ext>
            </a:extLst>
          </p:cNvPr>
          <p:cNvSpPr/>
          <p:nvPr/>
        </p:nvSpPr>
        <p:spPr>
          <a:xfrm rot="5400000">
            <a:off x="4007641" y="2739333"/>
            <a:ext cx="604839" cy="581025"/>
          </a:xfrm>
          <a:prstGeom prst="homePlat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Pentagon 13">
            <a:extLst>
              <a:ext uri="{FF2B5EF4-FFF2-40B4-BE49-F238E27FC236}">
                <a16:creationId xmlns:a16="http://schemas.microsoft.com/office/drawing/2014/main" id="{C57D8ABD-F7A0-0266-E6FC-75A74E246032}"/>
              </a:ext>
            </a:extLst>
          </p:cNvPr>
          <p:cNvSpPr/>
          <p:nvPr/>
        </p:nvSpPr>
        <p:spPr>
          <a:xfrm rot="5400000">
            <a:off x="4007642" y="3480934"/>
            <a:ext cx="604839" cy="581025"/>
          </a:xfrm>
          <a:prstGeom prst="homePlat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Pentagon 15">
            <a:extLst>
              <a:ext uri="{FF2B5EF4-FFF2-40B4-BE49-F238E27FC236}">
                <a16:creationId xmlns:a16="http://schemas.microsoft.com/office/drawing/2014/main" id="{927C1E33-0263-57F1-E6E5-0CA1AA8E0EEC}"/>
              </a:ext>
            </a:extLst>
          </p:cNvPr>
          <p:cNvSpPr/>
          <p:nvPr/>
        </p:nvSpPr>
        <p:spPr>
          <a:xfrm rot="5400000">
            <a:off x="4007643" y="4290096"/>
            <a:ext cx="604839" cy="581025"/>
          </a:xfrm>
          <a:prstGeom prst="homePlat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5C70A75-A7A7-6DCD-3FB7-E8CC46F8C1A6}"/>
              </a:ext>
            </a:extLst>
          </p:cNvPr>
          <p:cNvSpPr txBox="1"/>
          <p:nvPr/>
        </p:nvSpPr>
        <p:spPr>
          <a:xfrm>
            <a:off x="4005258" y="2814402"/>
            <a:ext cx="797845" cy="215444"/>
          </a:xfrm>
          <a:prstGeom prst="rect">
            <a:avLst/>
          </a:prstGeom>
          <a:noFill/>
        </p:spPr>
        <p:txBody>
          <a:bodyPr wrap="square" rtlCol="0">
            <a:spAutoFit/>
          </a:bodyPr>
          <a:lstStyle/>
          <a:p>
            <a:r>
              <a:rPr lang="vi-VN" sz="800"/>
              <a:t>CTM Task</a:t>
            </a:r>
            <a:endParaRPr lang="en-US" sz="800"/>
          </a:p>
        </p:txBody>
      </p:sp>
      <p:sp>
        <p:nvSpPr>
          <p:cNvPr id="19" name="TextBox 18">
            <a:extLst>
              <a:ext uri="{FF2B5EF4-FFF2-40B4-BE49-F238E27FC236}">
                <a16:creationId xmlns:a16="http://schemas.microsoft.com/office/drawing/2014/main" id="{D27CCAF3-1A80-1519-8CA3-8E6EF9C457FE}"/>
              </a:ext>
            </a:extLst>
          </p:cNvPr>
          <p:cNvSpPr txBox="1"/>
          <p:nvPr/>
        </p:nvSpPr>
        <p:spPr>
          <a:xfrm>
            <a:off x="3997735" y="3520653"/>
            <a:ext cx="797845" cy="215444"/>
          </a:xfrm>
          <a:prstGeom prst="rect">
            <a:avLst/>
          </a:prstGeom>
          <a:noFill/>
        </p:spPr>
        <p:txBody>
          <a:bodyPr wrap="square" rtlCol="0">
            <a:spAutoFit/>
          </a:bodyPr>
          <a:lstStyle/>
          <a:p>
            <a:r>
              <a:rPr lang="vi-VN" sz="800"/>
              <a:t>F</a:t>
            </a:r>
            <a:r>
              <a:rPr lang="en-US" sz="800"/>
              <a:t>ixed task</a:t>
            </a:r>
          </a:p>
        </p:txBody>
      </p:sp>
      <p:sp>
        <p:nvSpPr>
          <p:cNvPr id="20" name="TextBox 19">
            <a:extLst>
              <a:ext uri="{FF2B5EF4-FFF2-40B4-BE49-F238E27FC236}">
                <a16:creationId xmlns:a16="http://schemas.microsoft.com/office/drawing/2014/main" id="{FD498A56-BAB6-DB9A-1342-36E60F0D3D8D}"/>
              </a:ext>
            </a:extLst>
          </p:cNvPr>
          <p:cNvSpPr txBox="1"/>
          <p:nvPr/>
        </p:nvSpPr>
        <p:spPr>
          <a:xfrm>
            <a:off x="4190997" y="2992758"/>
            <a:ext cx="238125" cy="276999"/>
          </a:xfrm>
          <a:prstGeom prst="rect">
            <a:avLst/>
          </a:prstGeom>
          <a:noFill/>
        </p:spPr>
        <p:txBody>
          <a:bodyPr wrap="square" rtlCol="0">
            <a:spAutoFit/>
          </a:bodyPr>
          <a:lstStyle/>
          <a:p>
            <a:r>
              <a:rPr lang="vi-VN" sz="1200"/>
              <a:t>8</a:t>
            </a:r>
            <a:endParaRPr lang="en-US" sz="1200"/>
          </a:p>
        </p:txBody>
      </p:sp>
      <p:sp>
        <p:nvSpPr>
          <p:cNvPr id="21" name="TextBox 20">
            <a:extLst>
              <a:ext uri="{FF2B5EF4-FFF2-40B4-BE49-F238E27FC236}">
                <a16:creationId xmlns:a16="http://schemas.microsoft.com/office/drawing/2014/main" id="{0C95951A-71D8-813D-C2AF-44B7A223470E}"/>
              </a:ext>
            </a:extLst>
          </p:cNvPr>
          <p:cNvSpPr txBox="1"/>
          <p:nvPr/>
        </p:nvSpPr>
        <p:spPr>
          <a:xfrm>
            <a:off x="4105271" y="3699759"/>
            <a:ext cx="409576" cy="276999"/>
          </a:xfrm>
          <a:prstGeom prst="rect">
            <a:avLst/>
          </a:prstGeom>
          <a:noFill/>
        </p:spPr>
        <p:txBody>
          <a:bodyPr wrap="square" rtlCol="0">
            <a:spAutoFit/>
          </a:bodyPr>
          <a:lstStyle/>
          <a:p>
            <a:r>
              <a:rPr lang="vi-VN" sz="1200"/>
              <a:t>10</a:t>
            </a:r>
            <a:endParaRPr lang="en-US" sz="1200"/>
          </a:p>
        </p:txBody>
      </p:sp>
      <p:sp>
        <p:nvSpPr>
          <p:cNvPr id="22" name="TextBox 21">
            <a:extLst>
              <a:ext uri="{FF2B5EF4-FFF2-40B4-BE49-F238E27FC236}">
                <a16:creationId xmlns:a16="http://schemas.microsoft.com/office/drawing/2014/main" id="{45AC630C-73B6-6857-8FDD-F4C002C407BF}"/>
              </a:ext>
            </a:extLst>
          </p:cNvPr>
          <p:cNvSpPr txBox="1"/>
          <p:nvPr/>
        </p:nvSpPr>
        <p:spPr>
          <a:xfrm>
            <a:off x="4138549" y="4529051"/>
            <a:ext cx="409576" cy="276999"/>
          </a:xfrm>
          <a:prstGeom prst="rect">
            <a:avLst/>
          </a:prstGeom>
          <a:noFill/>
        </p:spPr>
        <p:txBody>
          <a:bodyPr wrap="square" rtlCol="0">
            <a:spAutoFit/>
          </a:bodyPr>
          <a:lstStyle/>
          <a:p>
            <a:r>
              <a:rPr lang="vi-VN" sz="1200"/>
              <a:t>15</a:t>
            </a:r>
            <a:endParaRPr lang="en-US" sz="1200"/>
          </a:p>
        </p:txBody>
      </p:sp>
      <p:sp>
        <p:nvSpPr>
          <p:cNvPr id="23" name="TextBox 22">
            <a:extLst>
              <a:ext uri="{FF2B5EF4-FFF2-40B4-BE49-F238E27FC236}">
                <a16:creationId xmlns:a16="http://schemas.microsoft.com/office/drawing/2014/main" id="{28F112C6-C3FC-53A0-2572-D0C662395537}"/>
              </a:ext>
            </a:extLst>
          </p:cNvPr>
          <p:cNvSpPr txBox="1"/>
          <p:nvPr/>
        </p:nvSpPr>
        <p:spPr>
          <a:xfrm>
            <a:off x="3944414" y="4344351"/>
            <a:ext cx="797845" cy="215444"/>
          </a:xfrm>
          <a:prstGeom prst="rect">
            <a:avLst/>
          </a:prstGeom>
          <a:noFill/>
        </p:spPr>
        <p:txBody>
          <a:bodyPr wrap="square" rtlCol="0">
            <a:spAutoFit/>
          </a:bodyPr>
          <a:lstStyle/>
          <a:p>
            <a:r>
              <a:rPr lang="vi-VN" sz="800"/>
              <a:t>Product</a:t>
            </a:r>
            <a:r>
              <a:rPr lang="en-US" sz="800"/>
              <a:t> </a:t>
            </a:r>
            <a:r>
              <a:rPr lang="vi-VN" sz="800"/>
              <a:t>task</a:t>
            </a:r>
            <a:endParaRPr lang="en-US" sz="800"/>
          </a:p>
        </p:txBody>
      </p:sp>
      <p:sp>
        <p:nvSpPr>
          <p:cNvPr id="24" name="Rectangle 23">
            <a:extLst>
              <a:ext uri="{FF2B5EF4-FFF2-40B4-BE49-F238E27FC236}">
                <a16:creationId xmlns:a16="http://schemas.microsoft.com/office/drawing/2014/main" id="{B961AD73-8D93-F45E-E57D-05904B3AC8E3}"/>
              </a:ext>
            </a:extLst>
          </p:cNvPr>
          <p:cNvSpPr/>
          <p:nvPr/>
        </p:nvSpPr>
        <p:spPr>
          <a:xfrm>
            <a:off x="2352675" y="3332265"/>
            <a:ext cx="942975" cy="7416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DF5B2DF7-1B40-C56C-DAB6-6CFE5CD94F09}"/>
              </a:ext>
            </a:extLst>
          </p:cNvPr>
          <p:cNvCxnSpPr>
            <a:cxnSpLocks/>
            <a:stCxn id="24" idx="3"/>
          </p:cNvCxnSpPr>
          <p:nvPr/>
        </p:nvCxnSpPr>
        <p:spPr>
          <a:xfrm>
            <a:off x="3295650" y="3703066"/>
            <a:ext cx="2794139" cy="5238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F7947DE9-E6CC-F846-6DCD-F3881F7B1191}"/>
              </a:ext>
            </a:extLst>
          </p:cNvPr>
          <p:cNvPicPr>
            <a:picLocks noChangeAspect="1"/>
          </p:cNvPicPr>
          <p:nvPr/>
        </p:nvPicPr>
        <p:blipFill>
          <a:blip r:embed="rId6"/>
          <a:stretch>
            <a:fillRect/>
          </a:stretch>
        </p:blipFill>
        <p:spPr>
          <a:xfrm>
            <a:off x="6111604" y="3795832"/>
            <a:ext cx="508272" cy="733219"/>
          </a:xfrm>
          <a:prstGeom prst="rect">
            <a:avLst/>
          </a:prstGeom>
        </p:spPr>
      </p:pic>
      <p:sp>
        <p:nvSpPr>
          <p:cNvPr id="5" name="AutoShape 2">
            <a:extLst>
              <a:ext uri="{FF2B5EF4-FFF2-40B4-BE49-F238E27FC236}">
                <a16:creationId xmlns:a16="http://schemas.microsoft.com/office/drawing/2014/main" id="{D39DD238-C8FB-4FC0-063F-7D0267FFF22A}"/>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6" name="Picture 5">
            <a:extLst>
              <a:ext uri="{FF2B5EF4-FFF2-40B4-BE49-F238E27FC236}">
                <a16:creationId xmlns:a16="http://schemas.microsoft.com/office/drawing/2014/main" id="{3724D583-7242-CC7E-8921-630028004D80}"/>
              </a:ext>
            </a:extLst>
          </p:cNvPr>
          <p:cNvPicPr>
            <a:picLocks noChangeAspect="1"/>
          </p:cNvPicPr>
          <p:nvPr/>
        </p:nvPicPr>
        <p:blipFill>
          <a:blip r:embed="rId7"/>
          <a:stretch>
            <a:fillRect/>
          </a:stretch>
        </p:blipFill>
        <p:spPr>
          <a:xfrm>
            <a:off x="10381272" y="111060"/>
            <a:ext cx="1713875" cy="381847"/>
          </a:xfrm>
          <a:prstGeom prst="rect">
            <a:avLst/>
          </a:prstGeom>
        </p:spPr>
      </p:pic>
      <p:sp>
        <p:nvSpPr>
          <p:cNvPr id="9" name="Slide Number Placeholder 8">
            <a:extLst>
              <a:ext uri="{FF2B5EF4-FFF2-40B4-BE49-F238E27FC236}">
                <a16:creationId xmlns:a16="http://schemas.microsoft.com/office/drawing/2014/main" id="{9F9C0D75-E939-9696-ED8D-D30567E63C84}"/>
              </a:ext>
            </a:extLst>
          </p:cNvPr>
          <p:cNvSpPr>
            <a:spLocks noGrp="1"/>
          </p:cNvSpPr>
          <p:nvPr>
            <p:ph type="sldNum" sz="quarter" idx="12"/>
          </p:nvPr>
        </p:nvSpPr>
        <p:spPr>
          <a:xfrm>
            <a:off x="9396918" y="6492875"/>
            <a:ext cx="2743200" cy="365125"/>
          </a:xfrm>
        </p:spPr>
        <p:txBody>
          <a:bodyPr/>
          <a:lstStyle/>
          <a:p>
            <a:fld id="{40D408E2-9F58-4229-A8B2-E143E8FD52E1}" type="slidenum">
              <a:rPr lang="en-US" sz="2000" smtClean="0"/>
              <a:t>18</a:t>
            </a:fld>
            <a:endParaRPr lang="en-US" sz="2000"/>
          </a:p>
        </p:txBody>
      </p:sp>
    </p:spTree>
    <p:extLst>
      <p:ext uri="{BB962C8B-B14F-4D97-AF65-F5344CB8AC3E}">
        <p14:creationId xmlns:p14="http://schemas.microsoft.com/office/powerpoint/2010/main" val="1421937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78A0A-97AB-912F-9C16-97FA2C4A29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1F1183-4CBC-0919-E5DB-BBBFA4FA7844}"/>
              </a:ext>
            </a:extLst>
          </p:cNvPr>
          <p:cNvSpPr txBox="1"/>
          <p:nvPr/>
        </p:nvSpPr>
        <p:spPr>
          <a:xfrm>
            <a:off x="184584" y="77182"/>
            <a:ext cx="7205567" cy="492443"/>
          </a:xfrm>
          <a:prstGeom prst="rect">
            <a:avLst/>
          </a:prstGeom>
          <a:noFill/>
        </p:spPr>
        <p:txBody>
          <a:bodyPr wrap="square" rtlCol="0">
            <a:spAutoFit/>
          </a:bodyPr>
          <a:lstStyle/>
          <a:p>
            <a:r>
              <a:rPr lang="en-US" sz="2600" b="1">
                <a:solidFill>
                  <a:schemeClr val="tx2">
                    <a:lumMod val="75000"/>
                  </a:schemeClr>
                </a:solidFill>
                <a:latin typeface="Arial" panose="020B0604020202020204" pitchFamily="34" charset="0"/>
                <a:cs typeface="Arial" panose="020B0604020202020204" pitchFamily="34" charset="0"/>
              </a:rPr>
              <a:t>II</a:t>
            </a:r>
            <a:r>
              <a:rPr lang="vi-VN" sz="2600" b="1">
                <a:solidFill>
                  <a:schemeClr val="tx2">
                    <a:lumMod val="75000"/>
                  </a:schemeClr>
                </a:solidFill>
              </a:rPr>
              <a:t>. </a:t>
            </a:r>
            <a:r>
              <a:rPr lang="en-US" sz="2600" b="1">
                <a:solidFill>
                  <a:schemeClr val="tx2">
                    <a:lumMod val="75000"/>
                  </a:schemeClr>
                </a:solidFill>
              </a:rPr>
              <a:t>DWS SYSTEM</a:t>
            </a:r>
          </a:p>
        </p:txBody>
      </p:sp>
      <p:sp>
        <p:nvSpPr>
          <p:cNvPr id="25" name="TextBox 24">
            <a:extLst>
              <a:ext uri="{FF2B5EF4-FFF2-40B4-BE49-F238E27FC236}">
                <a16:creationId xmlns:a16="http://schemas.microsoft.com/office/drawing/2014/main" id="{16F9E358-6C1C-DAD2-74D7-0A65F7E8B416}"/>
              </a:ext>
            </a:extLst>
          </p:cNvPr>
          <p:cNvSpPr txBox="1"/>
          <p:nvPr/>
        </p:nvSpPr>
        <p:spPr>
          <a:xfrm>
            <a:off x="9087781" y="1220229"/>
            <a:ext cx="2905888" cy="400110"/>
          </a:xfrm>
          <a:prstGeom prst="rect">
            <a:avLst/>
          </a:prstGeom>
          <a:noFill/>
        </p:spPr>
        <p:txBody>
          <a:bodyPr wrap="square" rtlCol="0">
            <a:spAutoFit/>
          </a:bodyPr>
          <a:lstStyle/>
          <a:p>
            <a:r>
              <a:rPr lang="vi-VN" sz="2000" b="1" dirty="0">
                <a:solidFill>
                  <a:schemeClr val="bg1"/>
                </a:solidFill>
              </a:rPr>
              <a:t>WEEKLY SCHEDULE</a:t>
            </a:r>
            <a:endParaRPr lang="en-US" sz="2000" b="1" dirty="0">
              <a:solidFill>
                <a:schemeClr val="bg1"/>
              </a:solidFill>
            </a:endParaRPr>
          </a:p>
        </p:txBody>
      </p:sp>
      <p:sp>
        <p:nvSpPr>
          <p:cNvPr id="4" name="TextBox 3">
            <a:extLst>
              <a:ext uri="{FF2B5EF4-FFF2-40B4-BE49-F238E27FC236}">
                <a16:creationId xmlns:a16="http://schemas.microsoft.com/office/drawing/2014/main" id="{0F450891-15FF-7995-E3EB-6F6F87482A76}"/>
              </a:ext>
            </a:extLst>
          </p:cNvPr>
          <p:cNvSpPr txBox="1"/>
          <p:nvPr/>
        </p:nvSpPr>
        <p:spPr>
          <a:xfrm>
            <a:off x="184584" y="653537"/>
            <a:ext cx="7205567" cy="87716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2.3</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cs typeface="Arial"/>
              </a:rPr>
              <a:t>Create</a:t>
            </a:r>
            <a:r>
              <a:rPr lang="vi-VN" sz="2500" b="1" dirty="0">
                <a:solidFill>
                  <a:schemeClr val="tx2">
                    <a:lumMod val="75000"/>
                  </a:schemeClr>
                </a:solidFill>
                <a:latin typeface="Arial"/>
                <a:cs typeface="Arial"/>
              </a:rPr>
              <a:t> DWS </a:t>
            </a:r>
            <a:r>
              <a:rPr lang="vi-VN" sz="2500" b="1" dirty="0" err="1">
                <a:solidFill>
                  <a:schemeClr val="tx2">
                    <a:lumMod val="75000"/>
                  </a:schemeClr>
                </a:solidFill>
                <a:latin typeface="Arial"/>
                <a:cs typeface="Arial"/>
              </a:rPr>
              <a:t>Model</a:t>
            </a:r>
            <a:endParaRPr lang="vi-VN" sz="2600" dirty="0">
              <a:solidFill>
                <a:schemeClr val="tx2">
                  <a:lumMod val="75000"/>
                </a:schemeClr>
              </a:solidFill>
              <a:latin typeface="Arial"/>
              <a:cs typeface="Arial"/>
            </a:endParaRPr>
          </a:p>
          <a:p>
            <a:endParaRPr lang="vi-VN" sz="2600" b="1" dirty="0">
              <a:solidFill>
                <a:schemeClr val="tx2">
                  <a:lumMod val="75000"/>
                </a:schemeClr>
              </a:solidFill>
              <a:latin typeface="Arial"/>
              <a:cs typeface="Arial"/>
            </a:endParaRPr>
          </a:p>
        </p:txBody>
      </p:sp>
      <p:pic>
        <p:nvPicPr>
          <p:cNvPr id="9" name="Picture 8">
            <a:extLst>
              <a:ext uri="{FF2B5EF4-FFF2-40B4-BE49-F238E27FC236}">
                <a16:creationId xmlns:a16="http://schemas.microsoft.com/office/drawing/2014/main" id="{CA25E881-A394-FAB1-981F-B4603A33AC67}"/>
              </a:ext>
            </a:extLst>
          </p:cNvPr>
          <p:cNvPicPr>
            <a:picLocks noChangeAspect="1"/>
          </p:cNvPicPr>
          <p:nvPr/>
        </p:nvPicPr>
        <p:blipFill>
          <a:blip r:embed="rId3"/>
          <a:stretch>
            <a:fillRect/>
          </a:stretch>
        </p:blipFill>
        <p:spPr>
          <a:xfrm>
            <a:off x="336642" y="1229892"/>
            <a:ext cx="8087830" cy="4764477"/>
          </a:xfrm>
          <a:prstGeom prst="rect">
            <a:avLst/>
          </a:prstGeom>
        </p:spPr>
      </p:pic>
      <p:pic>
        <p:nvPicPr>
          <p:cNvPr id="15" name="Picture 14">
            <a:extLst>
              <a:ext uri="{FF2B5EF4-FFF2-40B4-BE49-F238E27FC236}">
                <a16:creationId xmlns:a16="http://schemas.microsoft.com/office/drawing/2014/main" id="{8FFDB2BB-BC40-FE07-4585-0085C1477AD3}"/>
              </a:ext>
            </a:extLst>
          </p:cNvPr>
          <p:cNvPicPr>
            <a:picLocks noChangeAspect="1"/>
          </p:cNvPicPr>
          <p:nvPr/>
        </p:nvPicPr>
        <p:blipFill>
          <a:blip r:embed="rId4"/>
          <a:stretch>
            <a:fillRect/>
          </a:stretch>
        </p:blipFill>
        <p:spPr>
          <a:xfrm>
            <a:off x="8559383" y="1704251"/>
            <a:ext cx="3434285" cy="4191585"/>
          </a:xfrm>
          <a:prstGeom prst="rect">
            <a:avLst/>
          </a:prstGeom>
        </p:spPr>
      </p:pic>
      <p:pic>
        <p:nvPicPr>
          <p:cNvPr id="17" name="Picture 16">
            <a:extLst>
              <a:ext uri="{FF2B5EF4-FFF2-40B4-BE49-F238E27FC236}">
                <a16:creationId xmlns:a16="http://schemas.microsoft.com/office/drawing/2014/main" id="{193AC928-0131-85A6-5C29-CE9F08B16F68}"/>
              </a:ext>
            </a:extLst>
          </p:cNvPr>
          <p:cNvPicPr>
            <a:picLocks noChangeAspect="1"/>
          </p:cNvPicPr>
          <p:nvPr/>
        </p:nvPicPr>
        <p:blipFill>
          <a:blip r:embed="rId5"/>
          <a:stretch>
            <a:fillRect/>
          </a:stretch>
        </p:blipFill>
        <p:spPr>
          <a:xfrm>
            <a:off x="2171700" y="2832100"/>
            <a:ext cx="234950" cy="228600"/>
          </a:xfrm>
          <a:prstGeom prst="rect">
            <a:avLst/>
          </a:prstGeom>
        </p:spPr>
      </p:pic>
      <p:pic>
        <p:nvPicPr>
          <p:cNvPr id="18" name="Picture 17">
            <a:extLst>
              <a:ext uri="{FF2B5EF4-FFF2-40B4-BE49-F238E27FC236}">
                <a16:creationId xmlns:a16="http://schemas.microsoft.com/office/drawing/2014/main" id="{FEE8DE78-49D9-17D3-CA48-A8E2266A0D60}"/>
              </a:ext>
            </a:extLst>
          </p:cNvPr>
          <p:cNvPicPr>
            <a:picLocks noChangeAspect="1"/>
          </p:cNvPicPr>
          <p:nvPr/>
        </p:nvPicPr>
        <p:blipFill>
          <a:blip r:embed="rId5"/>
          <a:stretch>
            <a:fillRect/>
          </a:stretch>
        </p:blipFill>
        <p:spPr>
          <a:xfrm>
            <a:off x="4263082" y="2832100"/>
            <a:ext cx="234950" cy="228600"/>
          </a:xfrm>
          <a:prstGeom prst="rect">
            <a:avLst/>
          </a:prstGeom>
        </p:spPr>
      </p:pic>
      <p:pic>
        <p:nvPicPr>
          <p:cNvPr id="19" name="Picture 18">
            <a:extLst>
              <a:ext uri="{FF2B5EF4-FFF2-40B4-BE49-F238E27FC236}">
                <a16:creationId xmlns:a16="http://schemas.microsoft.com/office/drawing/2014/main" id="{1E418724-275E-02BA-4C90-BD1412FD45BE}"/>
              </a:ext>
            </a:extLst>
          </p:cNvPr>
          <p:cNvPicPr>
            <a:picLocks noChangeAspect="1"/>
          </p:cNvPicPr>
          <p:nvPr/>
        </p:nvPicPr>
        <p:blipFill>
          <a:blip r:embed="rId5"/>
          <a:stretch>
            <a:fillRect/>
          </a:stretch>
        </p:blipFill>
        <p:spPr>
          <a:xfrm>
            <a:off x="6333309" y="2832100"/>
            <a:ext cx="234950" cy="228600"/>
          </a:xfrm>
          <a:prstGeom prst="rect">
            <a:avLst/>
          </a:prstGeom>
        </p:spPr>
      </p:pic>
      <p:sp>
        <p:nvSpPr>
          <p:cNvPr id="20" name="TextBox 19">
            <a:extLst>
              <a:ext uri="{FF2B5EF4-FFF2-40B4-BE49-F238E27FC236}">
                <a16:creationId xmlns:a16="http://schemas.microsoft.com/office/drawing/2014/main" id="{4DB1A6F6-E492-3C6B-9826-7B33C88450D2}"/>
              </a:ext>
            </a:extLst>
          </p:cNvPr>
          <p:cNvSpPr txBox="1"/>
          <p:nvPr/>
        </p:nvSpPr>
        <p:spPr>
          <a:xfrm>
            <a:off x="2336511" y="2806918"/>
            <a:ext cx="317500" cy="307777"/>
          </a:xfrm>
          <a:prstGeom prst="rect">
            <a:avLst/>
          </a:prstGeom>
          <a:noFill/>
        </p:spPr>
        <p:txBody>
          <a:bodyPr wrap="square" rtlCol="0">
            <a:spAutoFit/>
          </a:bodyPr>
          <a:lstStyle/>
          <a:p>
            <a:r>
              <a:rPr lang="en-US" sz="1400"/>
              <a:t>4</a:t>
            </a:r>
          </a:p>
        </p:txBody>
      </p:sp>
      <p:sp>
        <p:nvSpPr>
          <p:cNvPr id="21" name="TextBox 20">
            <a:extLst>
              <a:ext uri="{FF2B5EF4-FFF2-40B4-BE49-F238E27FC236}">
                <a16:creationId xmlns:a16="http://schemas.microsoft.com/office/drawing/2014/main" id="{CFB35F0D-0EC7-6679-626E-4346DB3BBC5D}"/>
              </a:ext>
            </a:extLst>
          </p:cNvPr>
          <p:cNvSpPr txBox="1"/>
          <p:nvPr/>
        </p:nvSpPr>
        <p:spPr>
          <a:xfrm>
            <a:off x="4406738" y="2783840"/>
            <a:ext cx="317500" cy="338554"/>
          </a:xfrm>
          <a:prstGeom prst="rect">
            <a:avLst/>
          </a:prstGeom>
          <a:noFill/>
        </p:spPr>
        <p:txBody>
          <a:bodyPr wrap="square" rtlCol="0">
            <a:spAutoFit/>
          </a:bodyPr>
          <a:lstStyle/>
          <a:p>
            <a:r>
              <a:rPr lang="en-US" sz="1600"/>
              <a:t>4</a:t>
            </a:r>
          </a:p>
        </p:txBody>
      </p:sp>
      <p:sp>
        <p:nvSpPr>
          <p:cNvPr id="22" name="TextBox 21">
            <a:extLst>
              <a:ext uri="{FF2B5EF4-FFF2-40B4-BE49-F238E27FC236}">
                <a16:creationId xmlns:a16="http://schemas.microsoft.com/office/drawing/2014/main" id="{A500A8B7-6D4F-6820-58EB-415FA3CBD789}"/>
              </a:ext>
            </a:extLst>
          </p:cNvPr>
          <p:cNvSpPr txBox="1"/>
          <p:nvPr/>
        </p:nvSpPr>
        <p:spPr>
          <a:xfrm>
            <a:off x="6476746" y="2783840"/>
            <a:ext cx="317500" cy="338554"/>
          </a:xfrm>
          <a:prstGeom prst="rect">
            <a:avLst/>
          </a:prstGeom>
          <a:noFill/>
        </p:spPr>
        <p:txBody>
          <a:bodyPr wrap="square" rtlCol="0">
            <a:spAutoFit/>
          </a:bodyPr>
          <a:lstStyle/>
          <a:p>
            <a:r>
              <a:rPr lang="en-US" sz="1600"/>
              <a:t>4</a:t>
            </a:r>
          </a:p>
        </p:txBody>
      </p:sp>
      <p:pic>
        <p:nvPicPr>
          <p:cNvPr id="24" name="Picture 23">
            <a:extLst>
              <a:ext uri="{FF2B5EF4-FFF2-40B4-BE49-F238E27FC236}">
                <a16:creationId xmlns:a16="http://schemas.microsoft.com/office/drawing/2014/main" id="{C7A7AB06-125C-3FDD-7D9C-BA73CE0F9520}"/>
              </a:ext>
            </a:extLst>
          </p:cNvPr>
          <p:cNvPicPr>
            <a:picLocks noChangeAspect="1"/>
          </p:cNvPicPr>
          <p:nvPr/>
        </p:nvPicPr>
        <p:blipFill>
          <a:blip r:embed="rId6"/>
          <a:stretch>
            <a:fillRect/>
          </a:stretch>
        </p:blipFill>
        <p:spPr>
          <a:xfrm>
            <a:off x="3743429" y="2832100"/>
            <a:ext cx="241200" cy="228600"/>
          </a:xfrm>
          <a:prstGeom prst="rect">
            <a:avLst/>
          </a:prstGeom>
        </p:spPr>
      </p:pic>
      <p:pic>
        <p:nvPicPr>
          <p:cNvPr id="26" name="Picture 25">
            <a:extLst>
              <a:ext uri="{FF2B5EF4-FFF2-40B4-BE49-F238E27FC236}">
                <a16:creationId xmlns:a16="http://schemas.microsoft.com/office/drawing/2014/main" id="{A17D54D2-1A91-9DE8-AC9B-8E5422D7D1EA}"/>
              </a:ext>
            </a:extLst>
          </p:cNvPr>
          <p:cNvPicPr>
            <a:picLocks noChangeAspect="1"/>
          </p:cNvPicPr>
          <p:nvPr/>
        </p:nvPicPr>
        <p:blipFill>
          <a:blip r:embed="rId6"/>
          <a:stretch>
            <a:fillRect/>
          </a:stretch>
        </p:blipFill>
        <p:spPr>
          <a:xfrm>
            <a:off x="5813437" y="2838817"/>
            <a:ext cx="241200" cy="228600"/>
          </a:xfrm>
          <a:prstGeom prst="rect">
            <a:avLst/>
          </a:prstGeom>
        </p:spPr>
      </p:pic>
      <p:pic>
        <p:nvPicPr>
          <p:cNvPr id="27" name="Picture 26">
            <a:extLst>
              <a:ext uri="{FF2B5EF4-FFF2-40B4-BE49-F238E27FC236}">
                <a16:creationId xmlns:a16="http://schemas.microsoft.com/office/drawing/2014/main" id="{692679EE-D1F4-8876-ECA9-3EE773CC1C01}"/>
              </a:ext>
            </a:extLst>
          </p:cNvPr>
          <p:cNvPicPr>
            <a:picLocks noChangeAspect="1"/>
          </p:cNvPicPr>
          <p:nvPr/>
        </p:nvPicPr>
        <p:blipFill>
          <a:blip r:embed="rId6"/>
          <a:stretch>
            <a:fillRect/>
          </a:stretch>
        </p:blipFill>
        <p:spPr>
          <a:xfrm>
            <a:off x="7936130" y="2838817"/>
            <a:ext cx="241200" cy="228600"/>
          </a:xfrm>
          <a:prstGeom prst="rect">
            <a:avLst/>
          </a:prstGeom>
        </p:spPr>
      </p:pic>
      <p:sp>
        <p:nvSpPr>
          <p:cNvPr id="28" name="TextBox 27">
            <a:extLst>
              <a:ext uri="{FF2B5EF4-FFF2-40B4-BE49-F238E27FC236}">
                <a16:creationId xmlns:a16="http://schemas.microsoft.com/office/drawing/2014/main" id="{0160C7F3-E8BF-E5B7-2670-45CF4FC21F6F}"/>
              </a:ext>
            </a:extLst>
          </p:cNvPr>
          <p:cNvSpPr txBox="1"/>
          <p:nvPr/>
        </p:nvSpPr>
        <p:spPr>
          <a:xfrm>
            <a:off x="3945582" y="2783840"/>
            <a:ext cx="317500" cy="307777"/>
          </a:xfrm>
          <a:prstGeom prst="rect">
            <a:avLst/>
          </a:prstGeom>
          <a:noFill/>
        </p:spPr>
        <p:txBody>
          <a:bodyPr wrap="square" rtlCol="0">
            <a:spAutoFit/>
          </a:bodyPr>
          <a:lstStyle/>
          <a:p>
            <a:r>
              <a:rPr lang="en-US" sz="1400"/>
              <a:t>1</a:t>
            </a:r>
          </a:p>
        </p:txBody>
      </p:sp>
      <p:sp>
        <p:nvSpPr>
          <p:cNvPr id="29" name="TextBox 28">
            <a:extLst>
              <a:ext uri="{FF2B5EF4-FFF2-40B4-BE49-F238E27FC236}">
                <a16:creationId xmlns:a16="http://schemas.microsoft.com/office/drawing/2014/main" id="{64CA94DE-D705-F98F-518F-673D8735ED95}"/>
              </a:ext>
            </a:extLst>
          </p:cNvPr>
          <p:cNvSpPr txBox="1"/>
          <p:nvPr/>
        </p:nvSpPr>
        <p:spPr>
          <a:xfrm>
            <a:off x="5955848" y="2792511"/>
            <a:ext cx="456836" cy="307777"/>
          </a:xfrm>
          <a:prstGeom prst="rect">
            <a:avLst/>
          </a:prstGeom>
          <a:noFill/>
        </p:spPr>
        <p:txBody>
          <a:bodyPr wrap="square" rtlCol="0">
            <a:spAutoFit/>
          </a:bodyPr>
          <a:lstStyle/>
          <a:p>
            <a:r>
              <a:rPr lang="en-US" sz="1400"/>
              <a:t>1.5</a:t>
            </a:r>
          </a:p>
        </p:txBody>
      </p:sp>
      <p:sp>
        <p:nvSpPr>
          <p:cNvPr id="30" name="Rectangle 29">
            <a:extLst>
              <a:ext uri="{FF2B5EF4-FFF2-40B4-BE49-F238E27FC236}">
                <a16:creationId xmlns:a16="http://schemas.microsoft.com/office/drawing/2014/main" id="{C1440E8B-9EAB-DD87-ADDC-1429B4BF8E12}"/>
              </a:ext>
            </a:extLst>
          </p:cNvPr>
          <p:cNvSpPr/>
          <p:nvPr/>
        </p:nvSpPr>
        <p:spPr>
          <a:xfrm>
            <a:off x="2061029" y="2641600"/>
            <a:ext cx="2202053" cy="48079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1B0BEF54-64C7-9435-AA12-5C19F3D0FB21}"/>
              </a:ext>
            </a:extLst>
          </p:cNvPr>
          <p:cNvSpPr/>
          <p:nvPr/>
        </p:nvSpPr>
        <p:spPr>
          <a:xfrm>
            <a:off x="3921643" y="665632"/>
            <a:ext cx="3028521" cy="46825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2000" err="1">
                <a:solidFill>
                  <a:schemeClr val="tx1"/>
                </a:solidFill>
                <a:latin typeface="Arial"/>
                <a:ea typeface="+mn-lt"/>
                <a:cs typeface="Arial"/>
              </a:rPr>
              <a:t>Number</a:t>
            </a:r>
            <a:r>
              <a:rPr lang="vi-VN" sz="2000">
                <a:solidFill>
                  <a:schemeClr val="tx1"/>
                </a:solidFill>
                <a:latin typeface="Arial"/>
                <a:ea typeface="+mn-lt"/>
                <a:cs typeface="Arial"/>
              </a:rPr>
              <a:t> </a:t>
            </a:r>
            <a:r>
              <a:rPr lang="vi-VN" sz="2000" err="1">
                <a:solidFill>
                  <a:schemeClr val="tx1"/>
                </a:solidFill>
                <a:latin typeface="Arial"/>
                <a:ea typeface="+mn-lt"/>
                <a:cs typeface="Arial"/>
              </a:rPr>
              <a:t>of</a:t>
            </a:r>
            <a:r>
              <a:rPr lang="vi-VN" sz="2000">
                <a:solidFill>
                  <a:schemeClr val="tx1"/>
                </a:solidFill>
                <a:latin typeface="Arial"/>
                <a:ea typeface="+mn-lt"/>
                <a:cs typeface="Arial"/>
              </a:rPr>
              <a:t> </a:t>
            </a:r>
            <a:r>
              <a:rPr lang="vi-VN" sz="2000" err="1">
                <a:solidFill>
                  <a:schemeClr val="tx1"/>
                </a:solidFill>
                <a:latin typeface="Arial"/>
                <a:ea typeface="+mn-lt"/>
                <a:cs typeface="Arial"/>
              </a:rPr>
              <a:t>staff</a:t>
            </a:r>
            <a:r>
              <a:rPr lang="vi-VN" sz="2000">
                <a:solidFill>
                  <a:schemeClr val="tx1"/>
                </a:solidFill>
                <a:latin typeface="Arial"/>
                <a:ea typeface="+mn-lt"/>
                <a:cs typeface="Arial"/>
              </a:rPr>
              <a:t> </a:t>
            </a:r>
            <a:r>
              <a:rPr lang="vi-VN" sz="2000" err="1">
                <a:solidFill>
                  <a:schemeClr val="tx1"/>
                </a:solidFill>
                <a:latin typeface="Arial"/>
                <a:ea typeface="+mn-lt"/>
                <a:cs typeface="Arial"/>
              </a:rPr>
              <a:t>per</a:t>
            </a:r>
            <a:r>
              <a:rPr lang="vi-VN" sz="2000">
                <a:solidFill>
                  <a:schemeClr val="tx1"/>
                </a:solidFill>
                <a:latin typeface="Arial"/>
                <a:ea typeface="+mn-lt"/>
                <a:cs typeface="Arial"/>
              </a:rPr>
              <a:t> </a:t>
            </a:r>
            <a:r>
              <a:rPr lang="vi-VN" sz="2000" err="1">
                <a:solidFill>
                  <a:schemeClr val="tx1"/>
                </a:solidFill>
                <a:latin typeface="Arial"/>
                <a:ea typeface="+mn-lt"/>
                <a:cs typeface="Arial"/>
              </a:rPr>
              <a:t>hour</a:t>
            </a:r>
            <a:r>
              <a:rPr lang="vi-VN">
                <a:solidFill>
                  <a:schemeClr val="tx1"/>
                </a:solidFill>
                <a:latin typeface="Arial"/>
                <a:ea typeface="+mn-lt"/>
                <a:cs typeface="Arial"/>
              </a:rPr>
              <a:t> </a:t>
            </a:r>
            <a:endParaRPr lang="vi-VN">
              <a:solidFill>
                <a:schemeClr val="tx1"/>
              </a:solidFill>
              <a:latin typeface="Arial"/>
              <a:cs typeface="Arial"/>
            </a:endParaRPr>
          </a:p>
        </p:txBody>
      </p:sp>
      <p:sp>
        <p:nvSpPr>
          <p:cNvPr id="6" name="Rectangle: Rounded Corners 5">
            <a:extLst>
              <a:ext uri="{FF2B5EF4-FFF2-40B4-BE49-F238E27FC236}">
                <a16:creationId xmlns:a16="http://schemas.microsoft.com/office/drawing/2014/main" id="{A8622D03-9E76-5957-3AA4-DE24520C654B}"/>
              </a:ext>
            </a:extLst>
          </p:cNvPr>
          <p:cNvSpPr/>
          <p:nvPr/>
        </p:nvSpPr>
        <p:spPr>
          <a:xfrm>
            <a:off x="7550384" y="660265"/>
            <a:ext cx="3602298" cy="4924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2000" err="1">
                <a:solidFill>
                  <a:schemeClr val="tx1"/>
                </a:solidFill>
                <a:latin typeface="Arial"/>
                <a:ea typeface="+mn-lt"/>
                <a:cs typeface="Arial"/>
              </a:rPr>
              <a:t>Required</a:t>
            </a:r>
            <a:r>
              <a:rPr lang="vi-VN" sz="2000">
                <a:solidFill>
                  <a:schemeClr val="tx1"/>
                </a:solidFill>
                <a:latin typeface="Arial"/>
                <a:ea typeface="+mn-lt"/>
                <a:cs typeface="Arial"/>
              </a:rPr>
              <a:t> </a:t>
            </a:r>
            <a:r>
              <a:rPr lang="vi-VN" sz="2000" err="1">
                <a:solidFill>
                  <a:schemeClr val="tx1"/>
                </a:solidFill>
                <a:latin typeface="Arial"/>
                <a:ea typeface="+mn-lt"/>
                <a:cs typeface="Arial"/>
              </a:rPr>
              <a:t>manhours</a:t>
            </a:r>
            <a:r>
              <a:rPr lang="vi-VN" sz="2000">
                <a:solidFill>
                  <a:schemeClr val="tx1"/>
                </a:solidFill>
                <a:latin typeface="Arial"/>
                <a:ea typeface="+mn-lt"/>
                <a:cs typeface="Arial"/>
              </a:rPr>
              <a:t> </a:t>
            </a:r>
            <a:r>
              <a:rPr lang="vi-VN" sz="2000" err="1">
                <a:solidFill>
                  <a:schemeClr val="tx1"/>
                </a:solidFill>
                <a:latin typeface="Arial"/>
                <a:ea typeface="+mn-lt"/>
                <a:cs typeface="Arial"/>
              </a:rPr>
              <a:t>for</a:t>
            </a:r>
            <a:r>
              <a:rPr lang="vi-VN" sz="2000">
                <a:solidFill>
                  <a:schemeClr val="tx1"/>
                </a:solidFill>
                <a:latin typeface="Arial"/>
                <a:ea typeface="+mn-lt"/>
                <a:cs typeface="Arial"/>
              </a:rPr>
              <a:t> POS</a:t>
            </a:r>
          </a:p>
        </p:txBody>
      </p:sp>
      <p:cxnSp>
        <p:nvCxnSpPr>
          <p:cNvPr id="8" name="Straight Arrow Connector 7">
            <a:extLst>
              <a:ext uri="{FF2B5EF4-FFF2-40B4-BE49-F238E27FC236}">
                <a16:creationId xmlns:a16="http://schemas.microsoft.com/office/drawing/2014/main" id="{01313977-72C0-78F3-4A3E-AF910E31EB3B}"/>
              </a:ext>
            </a:extLst>
          </p:cNvPr>
          <p:cNvCxnSpPr>
            <a:stCxn id="5" idx="2"/>
            <a:endCxn id="20" idx="0"/>
          </p:cNvCxnSpPr>
          <p:nvPr/>
        </p:nvCxnSpPr>
        <p:spPr>
          <a:xfrm flipH="1">
            <a:off x="2495261" y="1133885"/>
            <a:ext cx="2940643" cy="1673033"/>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0ADD5B5-06EA-C472-B508-9A36CB3BD607}"/>
              </a:ext>
            </a:extLst>
          </p:cNvPr>
          <p:cNvCxnSpPr>
            <a:cxnSpLocks/>
            <a:stCxn id="6" idx="2"/>
            <a:endCxn id="28" idx="1"/>
          </p:cNvCxnSpPr>
          <p:nvPr/>
        </p:nvCxnSpPr>
        <p:spPr>
          <a:xfrm flipH="1">
            <a:off x="3945582" y="1152708"/>
            <a:ext cx="5405951" cy="178502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7" name="AutoShape 2">
            <a:extLst>
              <a:ext uri="{FF2B5EF4-FFF2-40B4-BE49-F238E27FC236}">
                <a16:creationId xmlns:a16="http://schemas.microsoft.com/office/drawing/2014/main" id="{406C4A30-60B5-6E07-0DC5-B475B8732C34}"/>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10" name="Picture 9">
            <a:extLst>
              <a:ext uri="{FF2B5EF4-FFF2-40B4-BE49-F238E27FC236}">
                <a16:creationId xmlns:a16="http://schemas.microsoft.com/office/drawing/2014/main" id="{C86F6F7C-BBB2-B3B4-1E89-3A39EB443AF8}"/>
              </a:ext>
            </a:extLst>
          </p:cNvPr>
          <p:cNvPicPr>
            <a:picLocks noChangeAspect="1"/>
          </p:cNvPicPr>
          <p:nvPr/>
        </p:nvPicPr>
        <p:blipFill>
          <a:blip r:embed="rId7"/>
          <a:stretch>
            <a:fillRect/>
          </a:stretch>
        </p:blipFill>
        <p:spPr>
          <a:xfrm>
            <a:off x="10381272" y="111060"/>
            <a:ext cx="1713875" cy="381847"/>
          </a:xfrm>
          <a:prstGeom prst="rect">
            <a:avLst/>
          </a:prstGeom>
        </p:spPr>
      </p:pic>
      <p:sp>
        <p:nvSpPr>
          <p:cNvPr id="12" name="Slide Number Placeholder 11">
            <a:extLst>
              <a:ext uri="{FF2B5EF4-FFF2-40B4-BE49-F238E27FC236}">
                <a16:creationId xmlns:a16="http://schemas.microsoft.com/office/drawing/2014/main" id="{2E2313D5-D6C2-4868-38D6-189D3D41228D}"/>
              </a:ext>
            </a:extLst>
          </p:cNvPr>
          <p:cNvSpPr>
            <a:spLocks noGrp="1"/>
          </p:cNvSpPr>
          <p:nvPr>
            <p:ph type="sldNum" sz="quarter" idx="12"/>
          </p:nvPr>
        </p:nvSpPr>
        <p:spPr>
          <a:xfrm>
            <a:off x="9448800" y="6447379"/>
            <a:ext cx="2743200" cy="365125"/>
          </a:xfrm>
        </p:spPr>
        <p:txBody>
          <a:bodyPr/>
          <a:lstStyle/>
          <a:p>
            <a:fld id="{40D408E2-9F58-4229-A8B2-E143E8FD52E1}" type="slidenum">
              <a:rPr lang="en-US" sz="2000" smtClean="0"/>
              <a:t>19</a:t>
            </a:fld>
            <a:endParaRPr lang="en-US" sz="2000"/>
          </a:p>
        </p:txBody>
      </p:sp>
    </p:spTree>
    <p:extLst>
      <p:ext uri="{BB962C8B-B14F-4D97-AF65-F5344CB8AC3E}">
        <p14:creationId xmlns:p14="http://schemas.microsoft.com/office/powerpoint/2010/main" val="309934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EB1C2-2607-7EBB-9805-4CB4AB02D5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3401F0-5D21-4493-4C23-F029026F7B00}"/>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AE78FC8E-EA9B-93B0-BF94-71303A9CC91A}"/>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5B4F0DEC-54BC-A933-0A14-404399C1C070}"/>
              </a:ext>
            </a:extLst>
          </p:cNvPr>
          <p:cNvSpPr txBox="1"/>
          <p:nvPr/>
        </p:nvSpPr>
        <p:spPr>
          <a:xfrm>
            <a:off x="184584" y="653537"/>
            <a:ext cx="7205567" cy="49244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2.4</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ea typeface="+mn-lt"/>
                <a:cs typeface="Arial"/>
              </a:rPr>
              <a:t>Work</a:t>
            </a:r>
            <a:r>
              <a:rPr lang="vi-VN" sz="2500" b="1" dirty="0">
                <a:solidFill>
                  <a:schemeClr val="tx2">
                    <a:lumMod val="75000"/>
                  </a:schemeClr>
                </a:solidFill>
                <a:latin typeface="Arial"/>
                <a:ea typeface="+mn-lt"/>
                <a:cs typeface="Arial"/>
              </a:rPr>
              <a:t> Schedule </a:t>
            </a:r>
            <a:r>
              <a:rPr lang="vi-VN" sz="2500" b="1" dirty="0" err="1">
                <a:solidFill>
                  <a:schemeClr val="tx2">
                    <a:lumMod val="75000"/>
                  </a:schemeClr>
                </a:solidFill>
                <a:latin typeface="Arial"/>
                <a:ea typeface="+mn-lt"/>
                <a:cs typeface="Arial"/>
              </a:rPr>
              <a:t>Registration</a:t>
            </a:r>
            <a:endParaRPr lang="en-US" sz="2500" b="1" dirty="0">
              <a:solidFill>
                <a:schemeClr val="tx2">
                  <a:lumMod val="75000"/>
                </a:schemeClr>
              </a:solidFill>
              <a:latin typeface="Arial"/>
              <a:cs typeface="Arial"/>
            </a:endParaRPr>
          </a:p>
        </p:txBody>
      </p:sp>
      <p:pic>
        <p:nvPicPr>
          <p:cNvPr id="6" name="Picture 5">
            <a:extLst>
              <a:ext uri="{FF2B5EF4-FFF2-40B4-BE49-F238E27FC236}">
                <a16:creationId xmlns:a16="http://schemas.microsoft.com/office/drawing/2014/main" id="{A81DD754-EA2C-7AA3-44CE-AF785DC72290}"/>
              </a:ext>
            </a:extLst>
          </p:cNvPr>
          <p:cNvPicPr>
            <a:picLocks noChangeAspect="1"/>
          </p:cNvPicPr>
          <p:nvPr/>
        </p:nvPicPr>
        <p:blipFill>
          <a:blip r:embed="rId3"/>
          <a:stretch>
            <a:fillRect/>
          </a:stretch>
        </p:blipFill>
        <p:spPr>
          <a:xfrm>
            <a:off x="986779" y="1145980"/>
            <a:ext cx="2781688" cy="4498096"/>
          </a:xfrm>
          <a:prstGeom prst="rect">
            <a:avLst/>
          </a:prstGeom>
        </p:spPr>
      </p:pic>
      <p:pic>
        <p:nvPicPr>
          <p:cNvPr id="8" name="Picture 7">
            <a:extLst>
              <a:ext uri="{FF2B5EF4-FFF2-40B4-BE49-F238E27FC236}">
                <a16:creationId xmlns:a16="http://schemas.microsoft.com/office/drawing/2014/main" id="{3C440710-4D3A-9E70-5FD4-8EB062C236C0}"/>
              </a:ext>
            </a:extLst>
          </p:cNvPr>
          <p:cNvPicPr>
            <a:picLocks noChangeAspect="1"/>
          </p:cNvPicPr>
          <p:nvPr/>
        </p:nvPicPr>
        <p:blipFill>
          <a:blip r:embed="rId4"/>
          <a:stretch>
            <a:fillRect/>
          </a:stretch>
        </p:blipFill>
        <p:spPr>
          <a:xfrm>
            <a:off x="4710992" y="1334213"/>
            <a:ext cx="2865279" cy="4341486"/>
          </a:xfrm>
          <a:prstGeom prst="rect">
            <a:avLst/>
          </a:prstGeom>
        </p:spPr>
      </p:pic>
      <p:pic>
        <p:nvPicPr>
          <p:cNvPr id="10" name="Picture 9">
            <a:extLst>
              <a:ext uri="{FF2B5EF4-FFF2-40B4-BE49-F238E27FC236}">
                <a16:creationId xmlns:a16="http://schemas.microsoft.com/office/drawing/2014/main" id="{8423FBFA-7736-0212-9C47-D0C75C08EFFF}"/>
              </a:ext>
            </a:extLst>
          </p:cNvPr>
          <p:cNvPicPr>
            <a:picLocks noChangeAspect="1"/>
          </p:cNvPicPr>
          <p:nvPr/>
        </p:nvPicPr>
        <p:blipFill>
          <a:blip r:embed="rId5"/>
          <a:stretch>
            <a:fillRect/>
          </a:stretch>
        </p:blipFill>
        <p:spPr>
          <a:xfrm>
            <a:off x="8518796" y="1158940"/>
            <a:ext cx="2686425" cy="4341487"/>
          </a:xfrm>
          <a:prstGeom prst="rect">
            <a:avLst/>
          </a:prstGeom>
        </p:spPr>
      </p:pic>
      <p:pic>
        <p:nvPicPr>
          <p:cNvPr id="12" name="Picture 11">
            <a:extLst>
              <a:ext uri="{FF2B5EF4-FFF2-40B4-BE49-F238E27FC236}">
                <a16:creationId xmlns:a16="http://schemas.microsoft.com/office/drawing/2014/main" id="{BAF06490-5BF9-A644-C20C-FFEC77BD38A5}"/>
              </a:ext>
            </a:extLst>
          </p:cNvPr>
          <p:cNvPicPr>
            <a:picLocks noChangeAspect="1"/>
          </p:cNvPicPr>
          <p:nvPr/>
        </p:nvPicPr>
        <p:blipFill>
          <a:blip r:embed="rId6"/>
          <a:stretch>
            <a:fillRect/>
          </a:stretch>
        </p:blipFill>
        <p:spPr>
          <a:xfrm>
            <a:off x="4669197" y="1145980"/>
            <a:ext cx="2948869" cy="350546"/>
          </a:xfrm>
          <a:prstGeom prst="rect">
            <a:avLst/>
          </a:prstGeom>
        </p:spPr>
      </p:pic>
      <p:sp>
        <p:nvSpPr>
          <p:cNvPr id="13" name="Arrow: Right 12">
            <a:extLst>
              <a:ext uri="{FF2B5EF4-FFF2-40B4-BE49-F238E27FC236}">
                <a16:creationId xmlns:a16="http://schemas.microsoft.com/office/drawing/2014/main" id="{743BA91A-73B7-0B3B-2D17-20AA9D19C1C4}"/>
              </a:ext>
            </a:extLst>
          </p:cNvPr>
          <p:cNvSpPr/>
          <p:nvPr/>
        </p:nvSpPr>
        <p:spPr>
          <a:xfrm>
            <a:off x="3979800" y="3149600"/>
            <a:ext cx="561654" cy="609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29A9CF4D-3CBB-1629-E2E4-4EFBC400341E}"/>
              </a:ext>
            </a:extLst>
          </p:cNvPr>
          <p:cNvSpPr/>
          <p:nvPr/>
        </p:nvSpPr>
        <p:spPr>
          <a:xfrm>
            <a:off x="7830431" y="3124200"/>
            <a:ext cx="561654" cy="609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3350E32-575B-D519-1EBA-29CFBBA9278E}"/>
              </a:ext>
            </a:extLst>
          </p:cNvPr>
          <p:cNvSpPr/>
          <p:nvPr/>
        </p:nvSpPr>
        <p:spPr>
          <a:xfrm>
            <a:off x="682171" y="5820229"/>
            <a:ext cx="10785304" cy="757651"/>
          </a:xfrm>
          <a:prstGeom prst="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AD8BE91-869D-C37B-8B70-FFB732B8CC00}"/>
              </a:ext>
            </a:extLst>
          </p:cNvPr>
          <p:cNvSpPr txBox="1"/>
          <p:nvPr/>
        </p:nvSpPr>
        <p:spPr>
          <a:xfrm>
            <a:off x="1380160" y="5994400"/>
            <a:ext cx="10218442" cy="677108"/>
          </a:xfrm>
          <a:prstGeom prst="rect">
            <a:avLst/>
          </a:prstGeom>
          <a:noFill/>
        </p:spPr>
        <p:txBody>
          <a:bodyPr wrap="square" lIns="91440" tIns="45720" rIns="91440" bIns="45720" rtlCol="0" anchor="t">
            <a:spAutoFit/>
          </a:bodyPr>
          <a:lstStyle/>
          <a:p>
            <a:r>
              <a:rPr lang="vi-VN" sz="2000" err="1">
                <a:latin typeface="Arial"/>
                <a:ea typeface="+mn-lt"/>
                <a:cs typeface="Arial"/>
              </a:rPr>
              <a:t>Employees</a:t>
            </a:r>
            <a:r>
              <a:rPr lang="vi-VN" sz="2000">
                <a:latin typeface="Arial"/>
                <a:ea typeface="+mn-lt"/>
                <a:cs typeface="Arial"/>
              </a:rPr>
              <a:t> can </a:t>
            </a:r>
            <a:r>
              <a:rPr lang="vi-VN" sz="2000" err="1">
                <a:latin typeface="Arial"/>
                <a:ea typeface="+mn-lt"/>
                <a:cs typeface="Arial"/>
              </a:rPr>
              <a:t>register</a:t>
            </a:r>
            <a:r>
              <a:rPr lang="vi-VN" sz="2000">
                <a:latin typeface="Arial"/>
                <a:ea typeface="+mn-lt"/>
                <a:cs typeface="Arial"/>
              </a:rPr>
              <a:t> to </a:t>
            </a:r>
            <a:r>
              <a:rPr lang="vi-VN" sz="2000" err="1">
                <a:latin typeface="Arial"/>
                <a:ea typeface="+mn-lt"/>
                <a:cs typeface="Arial"/>
              </a:rPr>
              <a:t>work</a:t>
            </a:r>
            <a:r>
              <a:rPr lang="vi-VN" sz="2000">
                <a:latin typeface="Arial"/>
                <a:ea typeface="+mn-lt"/>
                <a:cs typeface="Arial"/>
              </a:rPr>
              <a:t> in </a:t>
            </a:r>
            <a:r>
              <a:rPr lang="vi-VN" sz="2000" err="1">
                <a:latin typeface="Arial"/>
                <a:ea typeface="+mn-lt"/>
                <a:cs typeface="Arial"/>
              </a:rPr>
              <a:t>multiple</a:t>
            </a:r>
            <a:r>
              <a:rPr lang="vi-VN" sz="2000">
                <a:latin typeface="Arial"/>
                <a:ea typeface="+mn-lt"/>
                <a:cs typeface="Arial"/>
              </a:rPr>
              <a:t> </a:t>
            </a:r>
            <a:r>
              <a:rPr lang="vi-VN" sz="2000" err="1">
                <a:latin typeface="Arial"/>
                <a:ea typeface="+mn-lt"/>
                <a:cs typeface="Arial"/>
              </a:rPr>
              <a:t>time</a:t>
            </a:r>
            <a:r>
              <a:rPr lang="vi-VN" sz="2000">
                <a:latin typeface="Arial"/>
                <a:ea typeface="+mn-lt"/>
                <a:cs typeface="Arial"/>
              </a:rPr>
              <a:t> </a:t>
            </a:r>
            <a:r>
              <a:rPr lang="vi-VN" sz="2000" err="1">
                <a:latin typeface="Arial"/>
                <a:ea typeface="+mn-lt"/>
                <a:cs typeface="Arial"/>
              </a:rPr>
              <a:t>slots</a:t>
            </a:r>
            <a:r>
              <a:rPr lang="vi-VN" sz="2000">
                <a:latin typeface="Arial"/>
                <a:ea typeface="+mn-lt"/>
                <a:cs typeface="Arial"/>
              </a:rPr>
              <a:t> </a:t>
            </a:r>
            <a:r>
              <a:rPr lang="vi-VN" sz="2000" err="1">
                <a:latin typeface="Arial"/>
                <a:ea typeface="+mn-lt"/>
                <a:cs typeface="Arial"/>
              </a:rPr>
              <a:t>across</a:t>
            </a:r>
            <a:r>
              <a:rPr lang="vi-VN" sz="2000">
                <a:latin typeface="Arial"/>
                <a:ea typeface="+mn-lt"/>
                <a:cs typeface="Arial"/>
              </a:rPr>
              <a:t> </a:t>
            </a:r>
            <a:r>
              <a:rPr lang="vi-VN" sz="2000" err="1">
                <a:latin typeface="Arial"/>
                <a:ea typeface="+mn-lt"/>
                <a:cs typeface="Arial"/>
              </a:rPr>
              <a:t>different</a:t>
            </a:r>
            <a:r>
              <a:rPr lang="vi-VN" sz="2000">
                <a:latin typeface="Arial"/>
                <a:ea typeface="+mn-lt"/>
                <a:cs typeface="Arial"/>
              </a:rPr>
              <a:t> </a:t>
            </a:r>
            <a:r>
              <a:rPr lang="vi-VN" sz="2000" err="1">
                <a:latin typeface="Arial"/>
                <a:ea typeface="+mn-lt"/>
                <a:cs typeface="Arial"/>
              </a:rPr>
              <a:t>stores</a:t>
            </a:r>
            <a:r>
              <a:rPr lang="vi-VN" sz="2000">
                <a:latin typeface="Arial"/>
                <a:ea typeface="+mn-lt"/>
                <a:cs typeface="Arial"/>
              </a:rPr>
              <a:t>.</a:t>
            </a:r>
            <a:endParaRPr lang="vi-VN" sz="2000">
              <a:latin typeface="Arial"/>
              <a:cs typeface="Arial"/>
            </a:endParaRPr>
          </a:p>
          <a:p>
            <a:endParaRPr lang="vi-VN">
              <a:latin typeface="Arial"/>
              <a:cs typeface="Arial"/>
            </a:endParaRPr>
          </a:p>
        </p:txBody>
      </p:sp>
      <p:sp>
        <p:nvSpPr>
          <p:cNvPr id="5" name="AutoShape 2">
            <a:extLst>
              <a:ext uri="{FF2B5EF4-FFF2-40B4-BE49-F238E27FC236}">
                <a16:creationId xmlns:a16="http://schemas.microsoft.com/office/drawing/2014/main" id="{D5DDF8F6-795E-A559-8D28-FEFF67F5F45D}"/>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0D583D61-57FA-6005-8922-7EB87219CFF8}"/>
              </a:ext>
            </a:extLst>
          </p:cNvPr>
          <p:cNvPicPr>
            <a:picLocks noChangeAspect="1"/>
          </p:cNvPicPr>
          <p:nvPr/>
        </p:nvPicPr>
        <p:blipFill>
          <a:blip r:embed="rId7"/>
          <a:stretch>
            <a:fillRect/>
          </a:stretch>
        </p:blipFill>
        <p:spPr>
          <a:xfrm>
            <a:off x="10381272" y="111060"/>
            <a:ext cx="1713875" cy="381847"/>
          </a:xfrm>
          <a:prstGeom prst="rect">
            <a:avLst/>
          </a:prstGeom>
        </p:spPr>
      </p:pic>
      <p:sp>
        <p:nvSpPr>
          <p:cNvPr id="9" name="Slide Number Placeholder 8">
            <a:extLst>
              <a:ext uri="{FF2B5EF4-FFF2-40B4-BE49-F238E27FC236}">
                <a16:creationId xmlns:a16="http://schemas.microsoft.com/office/drawing/2014/main" id="{D1620530-8147-643D-8E39-A507027FE1CA}"/>
              </a:ext>
            </a:extLst>
          </p:cNvPr>
          <p:cNvSpPr>
            <a:spLocks noGrp="1"/>
          </p:cNvSpPr>
          <p:nvPr>
            <p:ph type="sldNum" sz="quarter" idx="12"/>
          </p:nvPr>
        </p:nvSpPr>
        <p:spPr>
          <a:xfrm>
            <a:off x="9422264" y="6442132"/>
            <a:ext cx="2743200" cy="365125"/>
          </a:xfrm>
        </p:spPr>
        <p:txBody>
          <a:bodyPr/>
          <a:lstStyle/>
          <a:p>
            <a:fld id="{40D408E2-9F58-4229-A8B2-E143E8FD52E1}" type="slidenum">
              <a:rPr lang="en-US" sz="2000" smtClean="0"/>
              <a:t>20</a:t>
            </a:fld>
            <a:endParaRPr lang="en-US" sz="2000"/>
          </a:p>
        </p:txBody>
      </p:sp>
    </p:spTree>
    <p:extLst>
      <p:ext uri="{BB962C8B-B14F-4D97-AF65-F5344CB8AC3E}">
        <p14:creationId xmlns:p14="http://schemas.microsoft.com/office/powerpoint/2010/main" val="1422948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FE36E-8FAE-7ACF-1C1F-814371E194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D39A86-2210-BBBF-168B-46B6AC07767A}"/>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47EA5653-6011-B4AF-B9CC-604A2EE699A7}"/>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86ACBCF0-7E8D-A7F3-7631-C323F77BFFDB}"/>
              </a:ext>
            </a:extLst>
          </p:cNvPr>
          <p:cNvSpPr txBox="1"/>
          <p:nvPr/>
        </p:nvSpPr>
        <p:spPr>
          <a:xfrm>
            <a:off x="184584" y="653537"/>
            <a:ext cx="10578354" cy="477054"/>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2.5</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ea typeface="+mn-lt"/>
                <a:cs typeface="Arial"/>
              </a:rPr>
              <a:t>Daily</a:t>
            </a:r>
            <a:r>
              <a:rPr lang="vi-VN" sz="2500" b="1" dirty="0">
                <a:solidFill>
                  <a:schemeClr val="tx2">
                    <a:lumMod val="75000"/>
                  </a:schemeClr>
                </a:solidFill>
                <a:latin typeface="Arial"/>
                <a:ea typeface="+mn-lt"/>
                <a:cs typeface="Arial"/>
              </a:rPr>
              <a:t> DWS </a:t>
            </a:r>
            <a:r>
              <a:rPr lang="vi-VN" sz="2500" b="1" dirty="0" err="1">
                <a:solidFill>
                  <a:schemeClr val="tx2">
                    <a:lumMod val="75000"/>
                  </a:schemeClr>
                </a:solidFill>
                <a:latin typeface="Arial"/>
                <a:ea typeface="+mn-lt"/>
                <a:cs typeface="Arial"/>
              </a:rPr>
              <a:t>Editing</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Screen</a:t>
            </a:r>
            <a:r>
              <a:rPr lang="vi-VN" sz="2500" dirty="0">
                <a:solidFill>
                  <a:schemeClr val="tx2">
                    <a:lumMod val="75000"/>
                  </a:schemeClr>
                </a:solidFill>
                <a:latin typeface="Arial"/>
                <a:ea typeface="+mn-lt"/>
                <a:cs typeface="Arial"/>
              </a:rPr>
              <a:t> </a:t>
            </a:r>
            <a:endParaRPr lang="en-US" sz="2500" b="1" dirty="0">
              <a:solidFill>
                <a:schemeClr val="tx2">
                  <a:lumMod val="75000"/>
                </a:schemeClr>
              </a:solidFill>
              <a:latin typeface="Arial"/>
              <a:cs typeface="Arial"/>
            </a:endParaRPr>
          </a:p>
        </p:txBody>
      </p:sp>
      <p:pic>
        <p:nvPicPr>
          <p:cNvPr id="6" name="Picture 5">
            <a:extLst>
              <a:ext uri="{FF2B5EF4-FFF2-40B4-BE49-F238E27FC236}">
                <a16:creationId xmlns:a16="http://schemas.microsoft.com/office/drawing/2014/main" id="{53856A2F-2E15-9015-EB8C-944E1BB3CECE}"/>
              </a:ext>
            </a:extLst>
          </p:cNvPr>
          <p:cNvPicPr>
            <a:picLocks noChangeAspect="1"/>
          </p:cNvPicPr>
          <p:nvPr/>
        </p:nvPicPr>
        <p:blipFill>
          <a:blip r:embed="rId2"/>
          <a:stretch>
            <a:fillRect/>
          </a:stretch>
        </p:blipFill>
        <p:spPr>
          <a:xfrm>
            <a:off x="464695" y="1694587"/>
            <a:ext cx="10578354" cy="4826133"/>
          </a:xfrm>
          <a:prstGeom prst="rect">
            <a:avLst/>
          </a:prstGeom>
        </p:spPr>
      </p:pic>
      <p:pic>
        <p:nvPicPr>
          <p:cNvPr id="9" name="Picture 8">
            <a:extLst>
              <a:ext uri="{FF2B5EF4-FFF2-40B4-BE49-F238E27FC236}">
                <a16:creationId xmlns:a16="http://schemas.microsoft.com/office/drawing/2014/main" id="{11991E2A-0197-30FE-704D-A5BD95CC1DD9}"/>
              </a:ext>
            </a:extLst>
          </p:cNvPr>
          <p:cNvPicPr>
            <a:picLocks noChangeAspect="1"/>
          </p:cNvPicPr>
          <p:nvPr/>
        </p:nvPicPr>
        <p:blipFill>
          <a:blip r:embed="rId3"/>
          <a:stretch>
            <a:fillRect/>
          </a:stretch>
        </p:blipFill>
        <p:spPr>
          <a:xfrm>
            <a:off x="8019738" y="3162925"/>
            <a:ext cx="3023310" cy="3432044"/>
          </a:xfrm>
          <a:prstGeom prst="rect">
            <a:avLst/>
          </a:prstGeom>
        </p:spPr>
      </p:pic>
      <p:pic>
        <p:nvPicPr>
          <p:cNvPr id="11" name="Picture 10">
            <a:extLst>
              <a:ext uri="{FF2B5EF4-FFF2-40B4-BE49-F238E27FC236}">
                <a16:creationId xmlns:a16="http://schemas.microsoft.com/office/drawing/2014/main" id="{CC40E533-FFA4-3400-DD68-B334D051C4C0}"/>
              </a:ext>
            </a:extLst>
          </p:cNvPr>
          <p:cNvPicPr>
            <a:picLocks noChangeAspect="1"/>
          </p:cNvPicPr>
          <p:nvPr/>
        </p:nvPicPr>
        <p:blipFill>
          <a:blip r:embed="rId4"/>
          <a:stretch>
            <a:fillRect/>
          </a:stretch>
        </p:blipFill>
        <p:spPr>
          <a:xfrm>
            <a:off x="2514416" y="2924718"/>
            <a:ext cx="238309" cy="238207"/>
          </a:xfrm>
          <a:prstGeom prst="rect">
            <a:avLst/>
          </a:prstGeom>
        </p:spPr>
      </p:pic>
      <p:pic>
        <p:nvPicPr>
          <p:cNvPr id="12" name="Picture 11">
            <a:extLst>
              <a:ext uri="{FF2B5EF4-FFF2-40B4-BE49-F238E27FC236}">
                <a16:creationId xmlns:a16="http://schemas.microsoft.com/office/drawing/2014/main" id="{006D7D06-FE5F-9FE9-CFC8-4B8024D0BEAA}"/>
              </a:ext>
            </a:extLst>
          </p:cNvPr>
          <p:cNvPicPr>
            <a:picLocks noChangeAspect="1"/>
          </p:cNvPicPr>
          <p:nvPr/>
        </p:nvPicPr>
        <p:blipFill>
          <a:blip r:embed="rId4"/>
          <a:stretch>
            <a:fillRect/>
          </a:stretch>
        </p:blipFill>
        <p:spPr>
          <a:xfrm>
            <a:off x="4683291" y="2924717"/>
            <a:ext cx="238309" cy="238207"/>
          </a:xfrm>
          <a:prstGeom prst="rect">
            <a:avLst/>
          </a:prstGeom>
        </p:spPr>
      </p:pic>
      <p:pic>
        <p:nvPicPr>
          <p:cNvPr id="13" name="Picture 12">
            <a:extLst>
              <a:ext uri="{FF2B5EF4-FFF2-40B4-BE49-F238E27FC236}">
                <a16:creationId xmlns:a16="http://schemas.microsoft.com/office/drawing/2014/main" id="{B73AF74C-354E-95C3-F12A-9990654D1883}"/>
              </a:ext>
            </a:extLst>
          </p:cNvPr>
          <p:cNvPicPr>
            <a:picLocks noChangeAspect="1"/>
          </p:cNvPicPr>
          <p:nvPr/>
        </p:nvPicPr>
        <p:blipFill>
          <a:blip r:embed="rId4"/>
          <a:stretch>
            <a:fillRect/>
          </a:stretch>
        </p:blipFill>
        <p:spPr>
          <a:xfrm>
            <a:off x="6920871" y="2924716"/>
            <a:ext cx="238309" cy="238207"/>
          </a:xfrm>
          <a:prstGeom prst="rect">
            <a:avLst/>
          </a:prstGeom>
        </p:spPr>
      </p:pic>
      <p:pic>
        <p:nvPicPr>
          <p:cNvPr id="14" name="Picture 13">
            <a:extLst>
              <a:ext uri="{FF2B5EF4-FFF2-40B4-BE49-F238E27FC236}">
                <a16:creationId xmlns:a16="http://schemas.microsoft.com/office/drawing/2014/main" id="{FD177DCC-8725-788B-3902-AFFD457D9684}"/>
              </a:ext>
            </a:extLst>
          </p:cNvPr>
          <p:cNvPicPr>
            <a:picLocks noChangeAspect="1"/>
          </p:cNvPicPr>
          <p:nvPr/>
        </p:nvPicPr>
        <p:blipFill>
          <a:blip r:embed="rId4"/>
          <a:stretch>
            <a:fillRect/>
          </a:stretch>
        </p:blipFill>
        <p:spPr>
          <a:xfrm>
            <a:off x="9089746" y="2906289"/>
            <a:ext cx="238309" cy="238207"/>
          </a:xfrm>
          <a:prstGeom prst="rect">
            <a:avLst/>
          </a:prstGeom>
        </p:spPr>
      </p:pic>
      <p:sp>
        <p:nvSpPr>
          <p:cNvPr id="15" name="TextBox 14">
            <a:extLst>
              <a:ext uri="{FF2B5EF4-FFF2-40B4-BE49-F238E27FC236}">
                <a16:creationId xmlns:a16="http://schemas.microsoft.com/office/drawing/2014/main" id="{B91AA655-E50C-992F-E2F9-6E2D2CDC9D1D}"/>
              </a:ext>
            </a:extLst>
          </p:cNvPr>
          <p:cNvSpPr txBox="1"/>
          <p:nvPr/>
        </p:nvSpPr>
        <p:spPr>
          <a:xfrm>
            <a:off x="2684020" y="2859153"/>
            <a:ext cx="238309" cy="369332"/>
          </a:xfrm>
          <a:prstGeom prst="rect">
            <a:avLst/>
          </a:prstGeom>
          <a:noFill/>
        </p:spPr>
        <p:txBody>
          <a:bodyPr wrap="square" rtlCol="0">
            <a:spAutoFit/>
          </a:bodyPr>
          <a:lstStyle/>
          <a:p>
            <a:r>
              <a:rPr lang="en-US"/>
              <a:t>3</a:t>
            </a:r>
          </a:p>
        </p:txBody>
      </p:sp>
      <p:sp>
        <p:nvSpPr>
          <p:cNvPr id="16" name="TextBox 15">
            <a:extLst>
              <a:ext uri="{FF2B5EF4-FFF2-40B4-BE49-F238E27FC236}">
                <a16:creationId xmlns:a16="http://schemas.microsoft.com/office/drawing/2014/main" id="{098E7B0E-C692-E46D-F0C8-F24FC804A439}"/>
              </a:ext>
            </a:extLst>
          </p:cNvPr>
          <p:cNvSpPr txBox="1"/>
          <p:nvPr/>
        </p:nvSpPr>
        <p:spPr>
          <a:xfrm>
            <a:off x="4836794" y="2859153"/>
            <a:ext cx="238309" cy="369332"/>
          </a:xfrm>
          <a:prstGeom prst="rect">
            <a:avLst/>
          </a:prstGeom>
          <a:noFill/>
        </p:spPr>
        <p:txBody>
          <a:bodyPr wrap="square" rtlCol="0">
            <a:spAutoFit/>
          </a:bodyPr>
          <a:lstStyle/>
          <a:p>
            <a:r>
              <a:rPr lang="en-US"/>
              <a:t>5</a:t>
            </a:r>
          </a:p>
        </p:txBody>
      </p:sp>
      <p:sp>
        <p:nvSpPr>
          <p:cNvPr id="17" name="TextBox 16">
            <a:extLst>
              <a:ext uri="{FF2B5EF4-FFF2-40B4-BE49-F238E27FC236}">
                <a16:creationId xmlns:a16="http://schemas.microsoft.com/office/drawing/2014/main" id="{DD84657B-BCD5-653D-237D-01277641071E}"/>
              </a:ext>
            </a:extLst>
          </p:cNvPr>
          <p:cNvSpPr txBox="1"/>
          <p:nvPr/>
        </p:nvSpPr>
        <p:spPr>
          <a:xfrm>
            <a:off x="7078308" y="2859153"/>
            <a:ext cx="238309" cy="369332"/>
          </a:xfrm>
          <a:prstGeom prst="rect">
            <a:avLst/>
          </a:prstGeom>
          <a:noFill/>
        </p:spPr>
        <p:txBody>
          <a:bodyPr wrap="square" rtlCol="0">
            <a:spAutoFit/>
          </a:bodyPr>
          <a:lstStyle/>
          <a:p>
            <a:r>
              <a:rPr lang="en-US"/>
              <a:t>4</a:t>
            </a:r>
          </a:p>
        </p:txBody>
      </p:sp>
      <p:sp>
        <p:nvSpPr>
          <p:cNvPr id="18" name="TextBox 17">
            <a:extLst>
              <a:ext uri="{FF2B5EF4-FFF2-40B4-BE49-F238E27FC236}">
                <a16:creationId xmlns:a16="http://schemas.microsoft.com/office/drawing/2014/main" id="{69BAB2A2-34C6-7A22-C767-13870C19702A}"/>
              </a:ext>
            </a:extLst>
          </p:cNvPr>
          <p:cNvSpPr txBox="1"/>
          <p:nvPr/>
        </p:nvSpPr>
        <p:spPr>
          <a:xfrm>
            <a:off x="9240797" y="2859153"/>
            <a:ext cx="238309" cy="369332"/>
          </a:xfrm>
          <a:prstGeom prst="rect">
            <a:avLst/>
          </a:prstGeom>
          <a:noFill/>
        </p:spPr>
        <p:txBody>
          <a:bodyPr wrap="square" rtlCol="0">
            <a:spAutoFit/>
          </a:bodyPr>
          <a:lstStyle/>
          <a:p>
            <a:r>
              <a:rPr lang="en-US"/>
              <a:t>4</a:t>
            </a:r>
          </a:p>
        </p:txBody>
      </p:sp>
      <p:pic>
        <p:nvPicPr>
          <p:cNvPr id="19" name="Picture 18">
            <a:extLst>
              <a:ext uri="{FF2B5EF4-FFF2-40B4-BE49-F238E27FC236}">
                <a16:creationId xmlns:a16="http://schemas.microsoft.com/office/drawing/2014/main" id="{9C112953-4FD9-9AE1-675F-10C26722976A}"/>
              </a:ext>
            </a:extLst>
          </p:cNvPr>
          <p:cNvPicPr>
            <a:picLocks noChangeAspect="1"/>
          </p:cNvPicPr>
          <p:nvPr/>
        </p:nvPicPr>
        <p:blipFill>
          <a:blip r:embed="rId5"/>
          <a:stretch>
            <a:fillRect/>
          </a:stretch>
        </p:blipFill>
        <p:spPr>
          <a:xfrm>
            <a:off x="4143388" y="2877632"/>
            <a:ext cx="241200" cy="228600"/>
          </a:xfrm>
          <a:prstGeom prst="rect">
            <a:avLst/>
          </a:prstGeom>
        </p:spPr>
      </p:pic>
      <p:pic>
        <p:nvPicPr>
          <p:cNvPr id="20" name="Picture 19">
            <a:extLst>
              <a:ext uri="{FF2B5EF4-FFF2-40B4-BE49-F238E27FC236}">
                <a16:creationId xmlns:a16="http://schemas.microsoft.com/office/drawing/2014/main" id="{2BADA8D4-2DC5-2A01-A932-9D7AC46891A7}"/>
              </a:ext>
            </a:extLst>
          </p:cNvPr>
          <p:cNvPicPr>
            <a:picLocks noChangeAspect="1"/>
          </p:cNvPicPr>
          <p:nvPr/>
        </p:nvPicPr>
        <p:blipFill>
          <a:blip r:embed="rId5"/>
          <a:stretch>
            <a:fillRect/>
          </a:stretch>
        </p:blipFill>
        <p:spPr>
          <a:xfrm>
            <a:off x="6347179" y="2891672"/>
            <a:ext cx="241200" cy="228600"/>
          </a:xfrm>
          <a:prstGeom prst="rect">
            <a:avLst/>
          </a:prstGeom>
        </p:spPr>
      </p:pic>
      <p:pic>
        <p:nvPicPr>
          <p:cNvPr id="21" name="Picture 20">
            <a:extLst>
              <a:ext uri="{FF2B5EF4-FFF2-40B4-BE49-F238E27FC236}">
                <a16:creationId xmlns:a16="http://schemas.microsoft.com/office/drawing/2014/main" id="{202CF7EC-2F8C-A0B7-9C47-65E2B35023B6}"/>
              </a:ext>
            </a:extLst>
          </p:cNvPr>
          <p:cNvPicPr>
            <a:picLocks noChangeAspect="1"/>
          </p:cNvPicPr>
          <p:nvPr/>
        </p:nvPicPr>
        <p:blipFill>
          <a:blip r:embed="rId5"/>
          <a:stretch>
            <a:fillRect/>
          </a:stretch>
        </p:blipFill>
        <p:spPr>
          <a:xfrm>
            <a:off x="8537676" y="2891672"/>
            <a:ext cx="241200" cy="228600"/>
          </a:xfrm>
          <a:prstGeom prst="rect">
            <a:avLst/>
          </a:prstGeom>
        </p:spPr>
      </p:pic>
      <p:sp>
        <p:nvSpPr>
          <p:cNvPr id="22" name="TextBox 21">
            <a:extLst>
              <a:ext uri="{FF2B5EF4-FFF2-40B4-BE49-F238E27FC236}">
                <a16:creationId xmlns:a16="http://schemas.microsoft.com/office/drawing/2014/main" id="{21EE8E8F-FBEB-1BE0-617E-5C700285666E}"/>
              </a:ext>
            </a:extLst>
          </p:cNvPr>
          <p:cNvSpPr txBox="1"/>
          <p:nvPr/>
        </p:nvSpPr>
        <p:spPr>
          <a:xfrm>
            <a:off x="4328280" y="2840726"/>
            <a:ext cx="238309" cy="369332"/>
          </a:xfrm>
          <a:prstGeom prst="rect">
            <a:avLst/>
          </a:prstGeom>
          <a:noFill/>
        </p:spPr>
        <p:txBody>
          <a:bodyPr wrap="square" rtlCol="0">
            <a:spAutoFit/>
          </a:bodyPr>
          <a:lstStyle/>
          <a:p>
            <a:r>
              <a:rPr lang="en-US"/>
              <a:t>1</a:t>
            </a:r>
          </a:p>
        </p:txBody>
      </p:sp>
      <p:sp>
        <p:nvSpPr>
          <p:cNvPr id="23" name="TextBox 22">
            <a:extLst>
              <a:ext uri="{FF2B5EF4-FFF2-40B4-BE49-F238E27FC236}">
                <a16:creationId xmlns:a16="http://schemas.microsoft.com/office/drawing/2014/main" id="{71F29B80-E832-1F74-38B1-49754527145C}"/>
              </a:ext>
            </a:extLst>
          </p:cNvPr>
          <p:cNvSpPr txBox="1"/>
          <p:nvPr/>
        </p:nvSpPr>
        <p:spPr>
          <a:xfrm>
            <a:off x="6511409" y="2840726"/>
            <a:ext cx="585821" cy="369332"/>
          </a:xfrm>
          <a:prstGeom prst="rect">
            <a:avLst/>
          </a:prstGeom>
          <a:noFill/>
        </p:spPr>
        <p:txBody>
          <a:bodyPr wrap="square" rtlCol="0">
            <a:spAutoFit/>
          </a:bodyPr>
          <a:lstStyle/>
          <a:p>
            <a:r>
              <a:rPr lang="en-US"/>
              <a:t>2</a:t>
            </a:r>
          </a:p>
        </p:txBody>
      </p:sp>
      <p:sp>
        <p:nvSpPr>
          <p:cNvPr id="24" name="TextBox 23">
            <a:extLst>
              <a:ext uri="{FF2B5EF4-FFF2-40B4-BE49-F238E27FC236}">
                <a16:creationId xmlns:a16="http://schemas.microsoft.com/office/drawing/2014/main" id="{629AF5F0-BAE1-5E0B-FCB7-1FCF40477A5E}"/>
              </a:ext>
            </a:extLst>
          </p:cNvPr>
          <p:cNvSpPr txBox="1"/>
          <p:nvPr/>
        </p:nvSpPr>
        <p:spPr>
          <a:xfrm>
            <a:off x="8777229" y="2859153"/>
            <a:ext cx="585821" cy="369332"/>
          </a:xfrm>
          <a:prstGeom prst="rect">
            <a:avLst/>
          </a:prstGeom>
          <a:noFill/>
        </p:spPr>
        <p:txBody>
          <a:bodyPr wrap="square" rtlCol="0">
            <a:spAutoFit/>
          </a:bodyPr>
          <a:lstStyle/>
          <a:p>
            <a:r>
              <a:rPr lang="en-US"/>
              <a:t>2</a:t>
            </a:r>
          </a:p>
        </p:txBody>
      </p:sp>
      <p:pic>
        <p:nvPicPr>
          <p:cNvPr id="27" name="Picture 26">
            <a:extLst>
              <a:ext uri="{FF2B5EF4-FFF2-40B4-BE49-F238E27FC236}">
                <a16:creationId xmlns:a16="http://schemas.microsoft.com/office/drawing/2014/main" id="{72858A3B-429D-3E35-B772-104801236458}"/>
              </a:ext>
            </a:extLst>
          </p:cNvPr>
          <p:cNvPicPr>
            <a:picLocks noChangeAspect="1"/>
          </p:cNvPicPr>
          <p:nvPr/>
        </p:nvPicPr>
        <p:blipFill>
          <a:blip r:embed="rId6"/>
          <a:stretch>
            <a:fillRect/>
          </a:stretch>
        </p:blipFill>
        <p:spPr>
          <a:xfrm>
            <a:off x="7159180" y="2310546"/>
            <a:ext cx="471601" cy="444877"/>
          </a:xfrm>
          <a:prstGeom prst="rect">
            <a:avLst/>
          </a:prstGeom>
        </p:spPr>
      </p:pic>
      <p:sp>
        <p:nvSpPr>
          <p:cNvPr id="28" name="Rectangle 27">
            <a:extLst>
              <a:ext uri="{FF2B5EF4-FFF2-40B4-BE49-F238E27FC236}">
                <a16:creationId xmlns:a16="http://schemas.microsoft.com/office/drawing/2014/main" id="{D7927E9B-F09F-A568-9181-B8535E465342}"/>
              </a:ext>
            </a:extLst>
          </p:cNvPr>
          <p:cNvSpPr/>
          <p:nvPr/>
        </p:nvSpPr>
        <p:spPr>
          <a:xfrm>
            <a:off x="6920871" y="2061029"/>
            <a:ext cx="887815" cy="76127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7B457C3A-7CCD-B70D-DA02-2CD0F8839C85}"/>
              </a:ext>
            </a:extLst>
          </p:cNvPr>
          <p:cNvSpPr/>
          <p:nvPr/>
        </p:nvSpPr>
        <p:spPr>
          <a:xfrm>
            <a:off x="7159180" y="663201"/>
            <a:ext cx="4834489" cy="103138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1600" dirty="0">
                <a:solidFill>
                  <a:schemeClr val="tx1"/>
                </a:solidFill>
                <a:latin typeface="Arial"/>
                <a:cs typeface="Arial"/>
              </a:rPr>
              <a:t> </a:t>
            </a:r>
            <a:r>
              <a:rPr lang="vi-VN" sz="1600" dirty="0" err="1">
                <a:solidFill>
                  <a:schemeClr val="tx1"/>
                </a:solidFill>
                <a:latin typeface="Arial"/>
                <a:ea typeface="+mn-lt"/>
                <a:cs typeface="Arial"/>
              </a:rPr>
              <a:t>Press</a:t>
            </a:r>
            <a:r>
              <a:rPr lang="vi-VN" sz="1600" dirty="0">
                <a:solidFill>
                  <a:schemeClr val="tx1"/>
                </a:solidFill>
                <a:latin typeface="Arial"/>
                <a:ea typeface="+mn-lt"/>
                <a:cs typeface="Arial"/>
              </a:rPr>
              <a:t> the </a:t>
            </a:r>
            <a:r>
              <a:rPr lang="vi-VN" sz="1600" dirty="0" err="1">
                <a:solidFill>
                  <a:schemeClr val="tx1"/>
                </a:solidFill>
                <a:latin typeface="Arial"/>
                <a:ea typeface="+mn-lt"/>
                <a:cs typeface="Arial"/>
              </a:rPr>
              <a:t>screen</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transition</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button</a:t>
            </a:r>
            <a:r>
              <a:rPr lang="vi-VN" sz="1600" dirty="0">
                <a:solidFill>
                  <a:schemeClr val="tx1"/>
                </a:solidFill>
                <a:latin typeface="Arial"/>
                <a:ea typeface="+mn-lt"/>
                <a:cs typeface="Arial"/>
              </a:rPr>
              <a:t> to </a:t>
            </a:r>
            <a:r>
              <a:rPr lang="vi-VN" sz="1600" dirty="0" err="1">
                <a:solidFill>
                  <a:schemeClr val="tx1"/>
                </a:solidFill>
                <a:latin typeface="Arial"/>
                <a:ea typeface="+mn-lt"/>
                <a:cs typeface="Arial"/>
              </a:rPr>
              <a:t>check</a:t>
            </a:r>
            <a:r>
              <a:rPr lang="vi-VN" sz="1600" dirty="0">
                <a:solidFill>
                  <a:schemeClr val="tx1"/>
                </a:solidFill>
                <a:latin typeface="Arial"/>
                <a:ea typeface="+mn-lt"/>
                <a:cs typeface="Arial"/>
              </a:rPr>
              <a:t> the </a:t>
            </a:r>
            <a:r>
              <a:rPr lang="vi-VN" sz="1600" dirty="0" err="1">
                <a:solidFill>
                  <a:schemeClr val="tx1"/>
                </a:solidFill>
                <a:latin typeface="Arial"/>
                <a:ea typeface="+mn-lt"/>
                <a:cs typeface="Arial"/>
              </a:rPr>
              <a:t>scheduled</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hours</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for</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each</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task</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group</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by</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week</a:t>
            </a:r>
            <a:r>
              <a:rPr lang="vi-VN" sz="1600" dirty="0">
                <a:solidFill>
                  <a:schemeClr val="tx1"/>
                </a:solidFill>
                <a:latin typeface="Arial"/>
                <a:ea typeface="+mn-lt"/>
                <a:cs typeface="Arial"/>
              </a:rPr>
              <a:t>, in </a:t>
            </a:r>
            <a:r>
              <a:rPr lang="vi-VN" sz="1600" dirty="0" err="1">
                <a:solidFill>
                  <a:schemeClr val="tx1"/>
                </a:solidFill>
                <a:latin typeface="Arial"/>
                <a:ea typeface="+mn-lt"/>
                <a:cs typeface="Arial"/>
              </a:rPr>
              <a:t>order</a:t>
            </a:r>
            <a:r>
              <a:rPr lang="vi-VN" sz="1600" dirty="0">
                <a:solidFill>
                  <a:schemeClr val="tx1"/>
                </a:solidFill>
                <a:latin typeface="Arial"/>
                <a:ea typeface="+mn-lt"/>
                <a:cs typeface="Arial"/>
              </a:rPr>
              <a:t> to </a:t>
            </a:r>
            <a:r>
              <a:rPr lang="vi-VN" sz="1600" dirty="0" err="1">
                <a:solidFill>
                  <a:schemeClr val="tx1"/>
                </a:solidFill>
                <a:latin typeface="Arial"/>
                <a:ea typeface="+mn-lt"/>
                <a:cs typeface="Arial"/>
              </a:rPr>
              <a:t>minimize</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operational</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fluctuations</a:t>
            </a:r>
            <a:r>
              <a:rPr lang="vi-VN" sz="1600" dirty="0">
                <a:solidFill>
                  <a:schemeClr val="tx1"/>
                </a:solidFill>
                <a:latin typeface="Arial"/>
                <a:ea typeface="+mn-lt"/>
                <a:cs typeface="Arial"/>
              </a:rPr>
              <a:t> </a:t>
            </a:r>
            <a:r>
              <a:rPr lang="vi-VN" sz="1600" dirty="0" err="1">
                <a:solidFill>
                  <a:schemeClr val="tx1"/>
                </a:solidFill>
                <a:latin typeface="Arial"/>
                <a:ea typeface="+mn-lt"/>
                <a:cs typeface="Arial"/>
              </a:rPr>
              <a:t>compared</a:t>
            </a:r>
            <a:r>
              <a:rPr lang="vi-VN" sz="1600" dirty="0">
                <a:solidFill>
                  <a:schemeClr val="tx1"/>
                </a:solidFill>
                <a:latin typeface="Arial"/>
                <a:ea typeface="+mn-lt"/>
                <a:cs typeface="Arial"/>
              </a:rPr>
              <a:t> to the </a:t>
            </a:r>
            <a:r>
              <a:rPr lang="vi-VN" sz="1600" dirty="0" err="1">
                <a:solidFill>
                  <a:schemeClr val="tx1"/>
                </a:solidFill>
                <a:latin typeface="Arial"/>
                <a:ea typeface="+mn-lt"/>
                <a:cs typeface="Arial"/>
              </a:rPr>
              <a:t>model</a:t>
            </a:r>
            <a:r>
              <a:rPr lang="vi-VN" sz="1600" dirty="0">
                <a:solidFill>
                  <a:schemeClr val="tx1"/>
                </a:solidFill>
                <a:latin typeface="Arial"/>
                <a:ea typeface="+mn-lt"/>
                <a:cs typeface="Arial"/>
              </a:rPr>
              <a:t>. </a:t>
            </a:r>
            <a:endParaRPr lang="en-US" sz="1600" dirty="0">
              <a:solidFill>
                <a:schemeClr val="tx1"/>
              </a:solidFill>
              <a:latin typeface="Arial"/>
              <a:cs typeface="Arial"/>
            </a:endParaRPr>
          </a:p>
        </p:txBody>
      </p:sp>
      <p:cxnSp>
        <p:nvCxnSpPr>
          <p:cNvPr id="26" name="Straight Arrow Connector 25">
            <a:extLst>
              <a:ext uri="{FF2B5EF4-FFF2-40B4-BE49-F238E27FC236}">
                <a16:creationId xmlns:a16="http://schemas.microsoft.com/office/drawing/2014/main" id="{4E834915-E3D0-EC2B-6529-569BA70640FC}"/>
              </a:ext>
            </a:extLst>
          </p:cNvPr>
          <p:cNvCxnSpPr>
            <a:cxnSpLocks/>
            <a:stCxn id="5" idx="2"/>
            <a:endCxn id="27" idx="3"/>
          </p:cNvCxnSpPr>
          <p:nvPr/>
        </p:nvCxnSpPr>
        <p:spPr>
          <a:xfrm flipH="1">
            <a:off x="7630781" y="1694587"/>
            <a:ext cx="1945644" cy="838398"/>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AutoShape 2">
            <a:extLst>
              <a:ext uri="{FF2B5EF4-FFF2-40B4-BE49-F238E27FC236}">
                <a16:creationId xmlns:a16="http://schemas.microsoft.com/office/drawing/2014/main" id="{FDD3D805-A7CC-F6CF-35D8-519F68163298}"/>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8" name="Picture 7">
            <a:extLst>
              <a:ext uri="{FF2B5EF4-FFF2-40B4-BE49-F238E27FC236}">
                <a16:creationId xmlns:a16="http://schemas.microsoft.com/office/drawing/2014/main" id="{872F8281-437A-32EF-EF14-2F626F3A9125}"/>
              </a:ext>
            </a:extLst>
          </p:cNvPr>
          <p:cNvPicPr>
            <a:picLocks noChangeAspect="1"/>
          </p:cNvPicPr>
          <p:nvPr/>
        </p:nvPicPr>
        <p:blipFill>
          <a:blip r:embed="rId7"/>
          <a:stretch>
            <a:fillRect/>
          </a:stretch>
        </p:blipFill>
        <p:spPr>
          <a:xfrm>
            <a:off x="10381272" y="111060"/>
            <a:ext cx="1713875" cy="381847"/>
          </a:xfrm>
          <a:prstGeom prst="rect">
            <a:avLst/>
          </a:prstGeom>
        </p:spPr>
      </p:pic>
      <p:sp>
        <p:nvSpPr>
          <p:cNvPr id="10" name="Slide Number Placeholder 9">
            <a:extLst>
              <a:ext uri="{FF2B5EF4-FFF2-40B4-BE49-F238E27FC236}">
                <a16:creationId xmlns:a16="http://schemas.microsoft.com/office/drawing/2014/main" id="{57F05EBA-8E0D-02E7-4ADA-6D037F38C087}"/>
              </a:ext>
            </a:extLst>
          </p:cNvPr>
          <p:cNvSpPr>
            <a:spLocks noGrp="1"/>
          </p:cNvSpPr>
          <p:nvPr>
            <p:ph type="sldNum" sz="quarter" idx="12"/>
          </p:nvPr>
        </p:nvSpPr>
        <p:spPr>
          <a:xfrm>
            <a:off x="9391338" y="6459367"/>
            <a:ext cx="2743200" cy="365125"/>
          </a:xfrm>
        </p:spPr>
        <p:txBody>
          <a:bodyPr/>
          <a:lstStyle/>
          <a:p>
            <a:fld id="{40D408E2-9F58-4229-A8B2-E143E8FD52E1}" type="slidenum">
              <a:rPr lang="en-US" sz="2000" smtClean="0"/>
              <a:t>21</a:t>
            </a:fld>
            <a:endParaRPr lang="en-US" sz="2000"/>
          </a:p>
        </p:txBody>
      </p:sp>
    </p:spTree>
    <p:extLst>
      <p:ext uri="{BB962C8B-B14F-4D97-AF65-F5344CB8AC3E}">
        <p14:creationId xmlns:p14="http://schemas.microsoft.com/office/powerpoint/2010/main" val="251852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D3BBB-FE9A-DF25-C2BF-EEF199BC9A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6FC0E0-9683-A7D2-1FA8-E1D836877C36}"/>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1BB79429-F8DA-96EE-9866-26374B8BDB59}"/>
              </a:ext>
            </a:extLst>
          </p:cNvPr>
          <p:cNvSpPr txBox="1"/>
          <p:nvPr/>
        </p:nvSpPr>
        <p:spPr>
          <a:xfrm>
            <a:off x="9087781" y="1220229"/>
            <a:ext cx="2905888" cy="400110"/>
          </a:xfrm>
          <a:prstGeom prst="rect">
            <a:avLst/>
          </a:prstGeom>
          <a:noFill/>
        </p:spPr>
        <p:txBody>
          <a:bodyPr wrap="square" rtlCol="0">
            <a:spAutoFit/>
          </a:bodyPr>
          <a:lstStyle/>
          <a:p>
            <a:r>
              <a:rPr lang="vi-VN" sz="2000" b="1" dirty="0">
                <a:solidFill>
                  <a:schemeClr val="bg1"/>
                </a:solidFill>
              </a:rPr>
              <a:t>WEEKLY SCHEDULE</a:t>
            </a:r>
            <a:endParaRPr lang="en-US" sz="2000" b="1" dirty="0">
              <a:solidFill>
                <a:schemeClr val="bg1"/>
              </a:solidFill>
            </a:endParaRPr>
          </a:p>
        </p:txBody>
      </p:sp>
      <p:sp>
        <p:nvSpPr>
          <p:cNvPr id="4" name="TextBox 3">
            <a:extLst>
              <a:ext uri="{FF2B5EF4-FFF2-40B4-BE49-F238E27FC236}">
                <a16:creationId xmlns:a16="http://schemas.microsoft.com/office/drawing/2014/main" id="{F5D39051-93F1-57A7-C0BE-87C17B838FC6}"/>
              </a:ext>
            </a:extLst>
          </p:cNvPr>
          <p:cNvSpPr txBox="1"/>
          <p:nvPr/>
        </p:nvSpPr>
        <p:spPr>
          <a:xfrm>
            <a:off x="184584" y="653537"/>
            <a:ext cx="10578354" cy="49244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2.7. </a:t>
            </a:r>
            <a:r>
              <a:rPr lang="en-US" sz="2500" b="1" dirty="0">
                <a:solidFill>
                  <a:schemeClr val="tx2">
                    <a:lumMod val="75000"/>
                  </a:schemeClr>
                </a:solidFill>
                <a:latin typeface="Arial"/>
                <a:ea typeface="+mn-lt"/>
                <a:cs typeface="+mn-lt"/>
              </a:rPr>
              <a:t>Check Weekly Task Group Hours</a:t>
            </a:r>
            <a:r>
              <a:rPr lang="en-US" sz="2500" dirty="0">
                <a:solidFill>
                  <a:schemeClr val="tx2">
                    <a:lumMod val="75000"/>
                  </a:schemeClr>
                </a:solidFill>
                <a:latin typeface="Arial"/>
                <a:ea typeface="+mn-lt"/>
                <a:cs typeface="+mn-lt"/>
              </a:rPr>
              <a:t> </a:t>
            </a:r>
            <a:endParaRPr lang="en-US" sz="2600" b="1" dirty="0">
              <a:solidFill>
                <a:schemeClr val="tx2">
                  <a:lumMod val="75000"/>
                </a:schemeClr>
              </a:solidFill>
              <a:latin typeface="Arial"/>
            </a:endParaRPr>
          </a:p>
        </p:txBody>
      </p:sp>
      <p:pic>
        <p:nvPicPr>
          <p:cNvPr id="10" name="Picture 9">
            <a:extLst>
              <a:ext uri="{FF2B5EF4-FFF2-40B4-BE49-F238E27FC236}">
                <a16:creationId xmlns:a16="http://schemas.microsoft.com/office/drawing/2014/main" id="{A15E068F-F093-4A3A-D4D5-4769505D677E}"/>
              </a:ext>
            </a:extLst>
          </p:cNvPr>
          <p:cNvPicPr>
            <a:picLocks noChangeAspect="1"/>
          </p:cNvPicPr>
          <p:nvPr/>
        </p:nvPicPr>
        <p:blipFill>
          <a:blip r:embed="rId2"/>
          <a:stretch>
            <a:fillRect/>
          </a:stretch>
        </p:blipFill>
        <p:spPr>
          <a:xfrm>
            <a:off x="175386" y="1354715"/>
            <a:ext cx="11841227" cy="5361014"/>
          </a:xfrm>
          <a:prstGeom prst="rect">
            <a:avLst/>
          </a:prstGeom>
        </p:spPr>
      </p:pic>
      <p:pic>
        <p:nvPicPr>
          <p:cNvPr id="26" name="Picture 25">
            <a:extLst>
              <a:ext uri="{FF2B5EF4-FFF2-40B4-BE49-F238E27FC236}">
                <a16:creationId xmlns:a16="http://schemas.microsoft.com/office/drawing/2014/main" id="{234E7498-8AF0-8D9E-3A51-BBD6A409C33E}"/>
              </a:ext>
            </a:extLst>
          </p:cNvPr>
          <p:cNvPicPr>
            <a:picLocks noChangeAspect="1"/>
          </p:cNvPicPr>
          <p:nvPr/>
        </p:nvPicPr>
        <p:blipFill>
          <a:blip r:embed="rId3"/>
          <a:stretch>
            <a:fillRect/>
          </a:stretch>
        </p:blipFill>
        <p:spPr>
          <a:xfrm>
            <a:off x="1465943" y="2807732"/>
            <a:ext cx="10527726" cy="3907997"/>
          </a:xfrm>
          <a:prstGeom prst="rect">
            <a:avLst/>
          </a:prstGeom>
        </p:spPr>
      </p:pic>
      <p:sp>
        <p:nvSpPr>
          <p:cNvPr id="5" name="AutoShape 2">
            <a:extLst>
              <a:ext uri="{FF2B5EF4-FFF2-40B4-BE49-F238E27FC236}">
                <a16:creationId xmlns:a16="http://schemas.microsoft.com/office/drawing/2014/main" id="{67E77E89-44A4-5D87-8EEB-6A3D61A5EE27}"/>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6" name="Picture 5">
            <a:extLst>
              <a:ext uri="{FF2B5EF4-FFF2-40B4-BE49-F238E27FC236}">
                <a16:creationId xmlns:a16="http://schemas.microsoft.com/office/drawing/2014/main" id="{F75DE7C4-D2DC-1BC0-B475-3A2F7B587C75}"/>
              </a:ext>
            </a:extLst>
          </p:cNvPr>
          <p:cNvPicPr>
            <a:picLocks noChangeAspect="1"/>
          </p:cNvPicPr>
          <p:nvPr/>
        </p:nvPicPr>
        <p:blipFill>
          <a:blip r:embed="rId4"/>
          <a:stretch>
            <a:fillRect/>
          </a:stretch>
        </p:blipFill>
        <p:spPr>
          <a:xfrm>
            <a:off x="10381272" y="111060"/>
            <a:ext cx="1713875" cy="381847"/>
          </a:xfrm>
          <a:prstGeom prst="rect">
            <a:avLst/>
          </a:prstGeom>
        </p:spPr>
      </p:pic>
      <p:sp>
        <p:nvSpPr>
          <p:cNvPr id="7" name="Slide Number Placeholder 6">
            <a:extLst>
              <a:ext uri="{FF2B5EF4-FFF2-40B4-BE49-F238E27FC236}">
                <a16:creationId xmlns:a16="http://schemas.microsoft.com/office/drawing/2014/main" id="{F0C00E5E-FF51-5F97-8C4F-E72C7F9E3481}"/>
              </a:ext>
            </a:extLst>
          </p:cNvPr>
          <p:cNvSpPr>
            <a:spLocks noGrp="1"/>
          </p:cNvSpPr>
          <p:nvPr>
            <p:ph type="sldNum" sz="quarter" idx="12"/>
          </p:nvPr>
        </p:nvSpPr>
        <p:spPr>
          <a:xfrm>
            <a:off x="9391338" y="6485090"/>
            <a:ext cx="2743200" cy="365125"/>
          </a:xfrm>
        </p:spPr>
        <p:txBody>
          <a:bodyPr/>
          <a:lstStyle/>
          <a:p>
            <a:fld id="{40D408E2-9F58-4229-A8B2-E143E8FD52E1}" type="slidenum">
              <a:rPr lang="en-US" sz="2000" smtClean="0"/>
              <a:t>22</a:t>
            </a:fld>
            <a:endParaRPr lang="en-US" sz="2000"/>
          </a:p>
        </p:txBody>
      </p:sp>
    </p:spTree>
    <p:extLst>
      <p:ext uri="{BB962C8B-B14F-4D97-AF65-F5344CB8AC3E}">
        <p14:creationId xmlns:p14="http://schemas.microsoft.com/office/powerpoint/2010/main" val="2059981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EB5F-F787-BCF7-D5D8-CCD8533748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8F4508-024A-C593-1951-A95F1A798A07}"/>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7F2FFD44-9D74-E46F-372D-B5EA5DD5EA22}"/>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D57F3B3C-EB18-7A53-86FC-0BA9E15C1ACB}"/>
              </a:ext>
            </a:extLst>
          </p:cNvPr>
          <p:cNvSpPr txBox="1"/>
          <p:nvPr/>
        </p:nvSpPr>
        <p:spPr>
          <a:xfrm>
            <a:off x="184584" y="617252"/>
            <a:ext cx="9334328" cy="49244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2.7</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ea typeface="+mn-lt"/>
                <a:cs typeface="Arial"/>
              </a:rPr>
              <a:t>Store</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Leader</a:t>
            </a:r>
            <a:r>
              <a:rPr lang="vi-VN" sz="2500" b="1" dirty="0">
                <a:solidFill>
                  <a:schemeClr val="tx2">
                    <a:lumMod val="75000"/>
                  </a:schemeClr>
                </a:solidFill>
                <a:latin typeface="Arial"/>
                <a:ea typeface="+mn-lt"/>
                <a:cs typeface="Arial"/>
              </a:rPr>
              <a:t> Schedule </a:t>
            </a:r>
            <a:r>
              <a:rPr lang="vi-VN" sz="2500" b="1" dirty="0" err="1">
                <a:solidFill>
                  <a:schemeClr val="tx2">
                    <a:lumMod val="75000"/>
                  </a:schemeClr>
                </a:solidFill>
                <a:latin typeface="Arial"/>
                <a:ea typeface="+mn-lt"/>
                <a:cs typeface="Arial"/>
              </a:rPr>
              <a:t>Management</a:t>
            </a:r>
            <a:endParaRPr lang="en-US" sz="2500" b="1" dirty="0">
              <a:solidFill>
                <a:schemeClr val="tx2">
                  <a:lumMod val="75000"/>
                </a:schemeClr>
              </a:solidFill>
              <a:latin typeface="Arial"/>
              <a:cs typeface="Arial"/>
            </a:endParaRPr>
          </a:p>
        </p:txBody>
      </p:sp>
      <p:pic>
        <p:nvPicPr>
          <p:cNvPr id="6" name="Picture 5">
            <a:extLst>
              <a:ext uri="{FF2B5EF4-FFF2-40B4-BE49-F238E27FC236}">
                <a16:creationId xmlns:a16="http://schemas.microsoft.com/office/drawing/2014/main" id="{E7A8CDDF-FDE3-1C11-B019-0AF44F47DEE7}"/>
              </a:ext>
            </a:extLst>
          </p:cNvPr>
          <p:cNvPicPr>
            <a:picLocks noChangeAspect="1"/>
          </p:cNvPicPr>
          <p:nvPr/>
        </p:nvPicPr>
        <p:blipFill>
          <a:blip r:embed="rId2"/>
          <a:stretch>
            <a:fillRect/>
          </a:stretch>
        </p:blipFill>
        <p:spPr>
          <a:xfrm>
            <a:off x="3396343" y="1587625"/>
            <a:ext cx="8310974" cy="4050146"/>
          </a:xfrm>
          <a:prstGeom prst="rect">
            <a:avLst/>
          </a:prstGeom>
        </p:spPr>
      </p:pic>
      <p:sp>
        <p:nvSpPr>
          <p:cNvPr id="7" name="Rectangle 6">
            <a:extLst>
              <a:ext uri="{FF2B5EF4-FFF2-40B4-BE49-F238E27FC236}">
                <a16:creationId xmlns:a16="http://schemas.microsoft.com/office/drawing/2014/main" id="{01DE101A-461E-6878-C743-7E636A578192}"/>
              </a:ext>
            </a:extLst>
          </p:cNvPr>
          <p:cNvSpPr/>
          <p:nvPr/>
        </p:nvSpPr>
        <p:spPr>
          <a:xfrm>
            <a:off x="362857" y="1494971"/>
            <a:ext cx="2569029" cy="419462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A5C93A7-FE74-F0C6-CFBE-FA310CE85BE7}"/>
              </a:ext>
            </a:extLst>
          </p:cNvPr>
          <p:cNvSpPr txBox="1"/>
          <p:nvPr/>
        </p:nvSpPr>
        <p:spPr>
          <a:xfrm>
            <a:off x="578152" y="1850571"/>
            <a:ext cx="2133600" cy="2554545"/>
          </a:xfrm>
          <a:prstGeom prst="rect">
            <a:avLst/>
          </a:prstGeom>
          <a:noFill/>
        </p:spPr>
        <p:txBody>
          <a:bodyPr wrap="square" lIns="91440" tIns="45720" rIns="91440" bIns="45720" rtlCol="0" anchor="t">
            <a:spAutoFit/>
          </a:bodyPr>
          <a:lstStyle/>
          <a:p>
            <a:r>
              <a:rPr lang="vi-VN" sz="2000" dirty="0" err="1">
                <a:latin typeface="Arial"/>
                <a:ea typeface="+mn-lt"/>
                <a:cs typeface="Arial"/>
              </a:rPr>
              <a:t>Automatically</a:t>
            </a:r>
            <a:r>
              <a:rPr lang="vi-VN" sz="2000" dirty="0">
                <a:latin typeface="Arial"/>
                <a:ea typeface="+mn-lt"/>
                <a:cs typeface="Arial"/>
              </a:rPr>
              <a:t> </a:t>
            </a:r>
            <a:r>
              <a:rPr lang="vi-VN" sz="2000" dirty="0" err="1">
                <a:latin typeface="Arial"/>
                <a:ea typeface="+mn-lt"/>
                <a:cs typeface="Arial"/>
              </a:rPr>
              <a:t>displays</a:t>
            </a:r>
            <a:r>
              <a:rPr lang="vi-VN" sz="2000" dirty="0">
                <a:latin typeface="Arial"/>
                <a:ea typeface="+mn-lt"/>
                <a:cs typeface="Arial"/>
              </a:rPr>
              <a:t> </a:t>
            </a:r>
            <a:r>
              <a:rPr lang="vi-VN" sz="2000" dirty="0" err="1">
                <a:latin typeface="Arial"/>
                <a:ea typeface="+mn-lt"/>
                <a:cs typeface="Arial"/>
              </a:rPr>
              <a:t>weekly</a:t>
            </a:r>
            <a:r>
              <a:rPr lang="vi-VN" sz="2000" dirty="0">
                <a:latin typeface="Arial"/>
                <a:ea typeface="+mn-lt"/>
                <a:cs typeface="Arial"/>
              </a:rPr>
              <a:t> </a:t>
            </a:r>
            <a:r>
              <a:rPr lang="vi-VN" sz="2000" dirty="0" err="1">
                <a:latin typeface="Arial"/>
                <a:ea typeface="+mn-lt"/>
                <a:cs typeface="Arial"/>
              </a:rPr>
              <a:t>task</a:t>
            </a:r>
            <a:r>
              <a:rPr lang="vi-VN" sz="2000" dirty="0">
                <a:latin typeface="Arial"/>
                <a:ea typeface="+mn-lt"/>
                <a:cs typeface="Arial"/>
              </a:rPr>
              <a:t> </a:t>
            </a:r>
            <a:r>
              <a:rPr lang="vi-VN" sz="2000" dirty="0" err="1">
                <a:latin typeface="Arial"/>
                <a:ea typeface="+mn-lt"/>
                <a:cs typeface="Arial"/>
              </a:rPr>
              <a:t>ratio</a:t>
            </a:r>
            <a:r>
              <a:rPr lang="vi-VN" sz="2000" dirty="0">
                <a:latin typeface="Arial"/>
                <a:ea typeface="+mn-lt"/>
                <a:cs typeface="Arial"/>
              </a:rPr>
              <a:t> </a:t>
            </a:r>
            <a:r>
              <a:rPr lang="vi-VN" sz="2000" dirty="0" err="1">
                <a:latin typeface="Arial"/>
                <a:ea typeface="+mn-lt"/>
                <a:cs typeface="Arial"/>
              </a:rPr>
              <a:t>per</a:t>
            </a:r>
            <a:r>
              <a:rPr lang="vi-VN" sz="2000" dirty="0">
                <a:latin typeface="Arial"/>
                <a:ea typeface="+mn-lt"/>
                <a:cs typeface="Arial"/>
              </a:rPr>
              <a:t> </a:t>
            </a:r>
            <a:r>
              <a:rPr lang="vi-VN" sz="2000" dirty="0" err="1">
                <a:latin typeface="Arial"/>
                <a:ea typeface="+mn-lt"/>
                <a:cs typeface="Arial"/>
              </a:rPr>
              <a:t>employee</a:t>
            </a:r>
            <a:r>
              <a:rPr lang="vi-VN" sz="2000" dirty="0">
                <a:latin typeface="Arial"/>
                <a:ea typeface="+mn-lt"/>
                <a:cs typeface="Arial"/>
              </a:rPr>
              <a:t> to </a:t>
            </a:r>
            <a:r>
              <a:rPr lang="vi-VN" sz="2000" dirty="0" err="1">
                <a:latin typeface="Arial"/>
                <a:ea typeface="+mn-lt"/>
                <a:cs typeface="Arial"/>
              </a:rPr>
              <a:t>help</a:t>
            </a:r>
            <a:r>
              <a:rPr lang="vi-VN" sz="2000" dirty="0">
                <a:latin typeface="Arial"/>
                <a:ea typeface="+mn-lt"/>
                <a:cs typeface="Arial"/>
              </a:rPr>
              <a:t> </a:t>
            </a:r>
            <a:r>
              <a:rPr lang="vi-VN" sz="2000" dirty="0" err="1">
                <a:latin typeface="Arial"/>
                <a:ea typeface="+mn-lt"/>
                <a:cs typeface="Arial"/>
              </a:rPr>
              <a:t>managers</a:t>
            </a:r>
            <a:r>
              <a:rPr lang="vi-VN" sz="2000" dirty="0">
                <a:latin typeface="Arial"/>
                <a:ea typeface="+mn-lt"/>
                <a:cs typeface="Arial"/>
              </a:rPr>
              <a:t> </a:t>
            </a:r>
            <a:r>
              <a:rPr lang="vi-VN" sz="2000" dirty="0" err="1">
                <a:latin typeface="Arial"/>
                <a:ea typeface="+mn-lt"/>
                <a:cs typeface="Arial"/>
              </a:rPr>
              <a:t>balance</a:t>
            </a:r>
            <a:r>
              <a:rPr lang="vi-VN" sz="2000" dirty="0">
                <a:latin typeface="Arial"/>
                <a:ea typeface="+mn-lt"/>
                <a:cs typeface="Arial"/>
              </a:rPr>
              <a:t> </a:t>
            </a:r>
            <a:r>
              <a:rPr lang="vi-VN" sz="2000" dirty="0" err="1">
                <a:latin typeface="Arial"/>
                <a:ea typeface="+mn-lt"/>
                <a:cs typeface="Arial"/>
              </a:rPr>
              <a:t>work</a:t>
            </a:r>
            <a:r>
              <a:rPr lang="vi-VN" sz="2000" dirty="0">
                <a:latin typeface="Arial"/>
                <a:ea typeface="+mn-lt"/>
                <a:cs typeface="Arial"/>
              </a:rPr>
              <a:t> </a:t>
            </a:r>
            <a:r>
              <a:rPr lang="vi-VN" sz="2000" dirty="0" err="1">
                <a:latin typeface="Arial"/>
                <a:ea typeface="+mn-lt"/>
                <a:cs typeface="Arial"/>
              </a:rPr>
              <a:t>schedules</a:t>
            </a:r>
            <a:r>
              <a:rPr lang="vi-VN" sz="2000" dirty="0">
                <a:latin typeface="Arial"/>
                <a:ea typeface="+mn-lt"/>
                <a:cs typeface="Arial"/>
              </a:rPr>
              <a:t> </a:t>
            </a:r>
            <a:r>
              <a:rPr lang="vi-VN" sz="2000" dirty="0" err="1">
                <a:latin typeface="Arial"/>
                <a:ea typeface="+mn-lt"/>
                <a:cs typeface="Arial"/>
              </a:rPr>
              <a:t>efficiently</a:t>
            </a:r>
            <a:r>
              <a:rPr lang="vi-VN" sz="2000" dirty="0">
                <a:latin typeface="Arial"/>
                <a:ea typeface="+mn-lt"/>
                <a:cs typeface="Arial"/>
              </a:rPr>
              <a:t>.</a:t>
            </a:r>
          </a:p>
        </p:txBody>
      </p:sp>
      <p:sp>
        <p:nvSpPr>
          <p:cNvPr id="5" name="AutoShape 2">
            <a:extLst>
              <a:ext uri="{FF2B5EF4-FFF2-40B4-BE49-F238E27FC236}">
                <a16:creationId xmlns:a16="http://schemas.microsoft.com/office/drawing/2014/main" id="{3F394864-C05E-937D-300C-35249231F079}"/>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9" name="Picture 8">
            <a:extLst>
              <a:ext uri="{FF2B5EF4-FFF2-40B4-BE49-F238E27FC236}">
                <a16:creationId xmlns:a16="http://schemas.microsoft.com/office/drawing/2014/main" id="{44BA5728-0877-8A48-8EC9-CD6BE7A50F7C}"/>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10" name="Slide Number Placeholder 9">
            <a:extLst>
              <a:ext uri="{FF2B5EF4-FFF2-40B4-BE49-F238E27FC236}">
                <a16:creationId xmlns:a16="http://schemas.microsoft.com/office/drawing/2014/main" id="{B288A5D8-3052-04BD-D0AD-C24D2E1D0326}"/>
              </a:ext>
            </a:extLst>
          </p:cNvPr>
          <p:cNvSpPr>
            <a:spLocks noGrp="1"/>
          </p:cNvSpPr>
          <p:nvPr>
            <p:ph type="sldNum" sz="quarter" idx="12"/>
          </p:nvPr>
        </p:nvSpPr>
        <p:spPr>
          <a:xfrm>
            <a:off x="9448800" y="6492875"/>
            <a:ext cx="2743200" cy="365125"/>
          </a:xfrm>
        </p:spPr>
        <p:txBody>
          <a:bodyPr/>
          <a:lstStyle/>
          <a:p>
            <a:fld id="{40D408E2-9F58-4229-A8B2-E143E8FD52E1}" type="slidenum">
              <a:rPr lang="en-US" sz="2000" smtClean="0"/>
              <a:t>23</a:t>
            </a:fld>
            <a:endParaRPr lang="en-US" sz="2000"/>
          </a:p>
        </p:txBody>
      </p:sp>
    </p:spTree>
    <p:extLst>
      <p:ext uri="{BB962C8B-B14F-4D97-AF65-F5344CB8AC3E}">
        <p14:creationId xmlns:p14="http://schemas.microsoft.com/office/powerpoint/2010/main" val="3838968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9B5FD-1CB6-7853-0D9E-7E0385EB1E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61CD21-055C-77EA-4AEC-7A8D74909AFA}"/>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p>
        </p:txBody>
      </p:sp>
      <p:sp>
        <p:nvSpPr>
          <p:cNvPr id="25" name="TextBox 24">
            <a:extLst>
              <a:ext uri="{FF2B5EF4-FFF2-40B4-BE49-F238E27FC236}">
                <a16:creationId xmlns:a16="http://schemas.microsoft.com/office/drawing/2014/main" id="{3899AA57-3C31-44C1-9613-BD8991366960}"/>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497BF8E3-41EA-EBD9-AF0A-EA5CB5F8D0EB}"/>
              </a:ext>
            </a:extLst>
          </p:cNvPr>
          <p:cNvSpPr txBox="1"/>
          <p:nvPr/>
        </p:nvSpPr>
        <p:spPr>
          <a:xfrm>
            <a:off x="184584" y="653537"/>
            <a:ext cx="9139298" cy="477054"/>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2.7</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ea typeface="+mn-lt"/>
                <a:cs typeface="Arial"/>
              </a:rPr>
              <a:t>Regional</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Staffing</a:t>
            </a:r>
            <a:r>
              <a:rPr lang="vi-VN" sz="2500" b="1" dirty="0">
                <a:solidFill>
                  <a:schemeClr val="tx2">
                    <a:lumMod val="75000"/>
                  </a:schemeClr>
                </a:solidFill>
                <a:latin typeface="Arial"/>
                <a:ea typeface="+mn-lt"/>
                <a:cs typeface="Arial"/>
              </a:rPr>
              <a:t> </a:t>
            </a:r>
            <a:r>
              <a:rPr lang="vi-VN" sz="2500" b="1" dirty="0" err="1">
                <a:solidFill>
                  <a:schemeClr val="tx2">
                    <a:lumMod val="75000"/>
                  </a:schemeClr>
                </a:solidFill>
                <a:latin typeface="Arial"/>
                <a:ea typeface="+mn-lt"/>
                <a:cs typeface="Arial"/>
              </a:rPr>
              <a:t>Management</a:t>
            </a:r>
            <a:endParaRPr lang="en-US" sz="2500" b="1" dirty="0">
              <a:solidFill>
                <a:schemeClr val="tx2">
                  <a:lumMod val="75000"/>
                </a:schemeClr>
              </a:solidFill>
              <a:latin typeface="Arial"/>
              <a:cs typeface="Arial"/>
            </a:endParaRPr>
          </a:p>
        </p:txBody>
      </p:sp>
      <p:pic>
        <p:nvPicPr>
          <p:cNvPr id="6" name="Picture 5">
            <a:extLst>
              <a:ext uri="{FF2B5EF4-FFF2-40B4-BE49-F238E27FC236}">
                <a16:creationId xmlns:a16="http://schemas.microsoft.com/office/drawing/2014/main" id="{B5687060-ADC3-FBCA-E57E-F87A01B3D78D}"/>
              </a:ext>
            </a:extLst>
          </p:cNvPr>
          <p:cNvPicPr>
            <a:picLocks noChangeAspect="1"/>
          </p:cNvPicPr>
          <p:nvPr/>
        </p:nvPicPr>
        <p:blipFill>
          <a:blip r:embed="rId2"/>
          <a:stretch>
            <a:fillRect/>
          </a:stretch>
        </p:blipFill>
        <p:spPr>
          <a:xfrm>
            <a:off x="521415" y="1239555"/>
            <a:ext cx="10819090" cy="4695676"/>
          </a:xfrm>
          <a:prstGeom prst="rect">
            <a:avLst/>
          </a:prstGeom>
        </p:spPr>
      </p:pic>
      <p:sp>
        <p:nvSpPr>
          <p:cNvPr id="5" name="AutoShape 2">
            <a:extLst>
              <a:ext uri="{FF2B5EF4-FFF2-40B4-BE49-F238E27FC236}">
                <a16:creationId xmlns:a16="http://schemas.microsoft.com/office/drawing/2014/main" id="{753D294E-4676-B172-B1A9-1B9A1D627BF7}"/>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C3CD1488-E81C-7F69-1398-33CE21DD9D99}"/>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8" name="Slide Number Placeholder 7">
            <a:extLst>
              <a:ext uri="{FF2B5EF4-FFF2-40B4-BE49-F238E27FC236}">
                <a16:creationId xmlns:a16="http://schemas.microsoft.com/office/drawing/2014/main" id="{B7891672-0952-632D-3CBC-E94F1252680D}"/>
              </a:ext>
            </a:extLst>
          </p:cNvPr>
          <p:cNvSpPr>
            <a:spLocks noGrp="1"/>
          </p:cNvSpPr>
          <p:nvPr>
            <p:ph type="sldNum" sz="quarter" idx="12"/>
          </p:nvPr>
        </p:nvSpPr>
        <p:spPr>
          <a:xfrm>
            <a:off x="9448800" y="6492875"/>
            <a:ext cx="2743200" cy="365125"/>
          </a:xfrm>
        </p:spPr>
        <p:txBody>
          <a:bodyPr/>
          <a:lstStyle/>
          <a:p>
            <a:fld id="{40D408E2-9F58-4229-A8B2-E143E8FD52E1}" type="slidenum">
              <a:rPr lang="en-US" sz="2000" smtClean="0"/>
              <a:t>24</a:t>
            </a:fld>
            <a:endParaRPr lang="en-US" sz="2000"/>
          </a:p>
        </p:txBody>
      </p:sp>
    </p:spTree>
    <p:extLst>
      <p:ext uri="{BB962C8B-B14F-4D97-AF65-F5344CB8AC3E}">
        <p14:creationId xmlns:p14="http://schemas.microsoft.com/office/powerpoint/2010/main" val="3713573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C1739-15F7-5FAB-E7E1-26237D2B18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2A19D1-3D62-2498-7F88-6E9BA90ABE45}"/>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 </a:t>
            </a:r>
            <a:r>
              <a:rPr lang="en-US" sz="2600" b="1">
                <a:solidFill>
                  <a:schemeClr val="tx2">
                    <a:lumMod val="75000"/>
                  </a:schemeClr>
                </a:solidFill>
                <a:latin typeface="Arial"/>
                <a:cs typeface="Arial"/>
              </a:rPr>
              <a:t>DWS SYSTEM</a:t>
            </a:r>
            <a:endParaRPr lang="vi-VN">
              <a:solidFill>
                <a:schemeClr val="tx2">
                  <a:lumMod val="75000"/>
                </a:schemeClr>
              </a:solidFill>
              <a:latin typeface="Arial"/>
              <a:cs typeface="Arial"/>
            </a:endParaRPr>
          </a:p>
        </p:txBody>
      </p:sp>
      <p:sp>
        <p:nvSpPr>
          <p:cNvPr id="25" name="TextBox 24">
            <a:extLst>
              <a:ext uri="{FF2B5EF4-FFF2-40B4-BE49-F238E27FC236}">
                <a16:creationId xmlns:a16="http://schemas.microsoft.com/office/drawing/2014/main" id="{38431518-336C-4739-2B3D-2A4704BD1A6A}"/>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492E131B-C086-8BD4-7709-124AB13868A1}"/>
              </a:ext>
            </a:extLst>
          </p:cNvPr>
          <p:cNvSpPr txBox="1"/>
          <p:nvPr/>
        </p:nvSpPr>
        <p:spPr>
          <a:xfrm>
            <a:off x="184584" y="653537"/>
            <a:ext cx="9139298" cy="492443"/>
          </a:xfrm>
          <a:prstGeom prst="rect">
            <a:avLst/>
          </a:prstGeom>
          <a:noFill/>
        </p:spPr>
        <p:txBody>
          <a:bodyPr wrap="square" lIns="91440" tIns="45720" rIns="91440" bIns="45720" rtlCol="0" anchor="t">
            <a:spAutoFit/>
          </a:bodyPr>
          <a:lstStyle/>
          <a:p>
            <a:r>
              <a:rPr lang="en-US" sz="2500" b="1" dirty="0">
                <a:solidFill>
                  <a:schemeClr val="tx2">
                    <a:lumMod val="75000"/>
                  </a:schemeClr>
                </a:solidFill>
                <a:latin typeface="Arial"/>
                <a:cs typeface="Arial"/>
              </a:rPr>
              <a:t>3</a:t>
            </a:r>
            <a:r>
              <a:rPr lang="vi-VN" sz="2500" b="1" dirty="0">
                <a:solidFill>
                  <a:schemeClr val="tx2">
                    <a:lumMod val="75000"/>
                  </a:schemeClr>
                </a:solidFill>
                <a:latin typeface="Arial"/>
                <a:cs typeface="Arial"/>
              </a:rPr>
              <a:t>. </a:t>
            </a:r>
            <a:r>
              <a:rPr lang="vi-VN" sz="2500" b="1" dirty="0" err="1">
                <a:solidFill>
                  <a:schemeClr val="tx2">
                    <a:lumMod val="75000"/>
                  </a:schemeClr>
                </a:solidFill>
                <a:latin typeface="Arial"/>
                <a:ea typeface="+mn-lt"/>
                <a:cs typeface="Arial"/>
              </a:rPr>
              <a:t>Evaluation</a:t>
            </a:r>
            <a:r>
              <a:rPr lang="vi-VN" sz="2500" b="1" dirty="0">
                <a:solidFill>
                  <a:schemeClr val="tx2">
                    <a:lumMod val="75000"/>
                  </a:schemeClr>
                </a:solidFill>
                <a:latin typeface="Arial"/>
                <a:ea typeface="+mn-lt"/>
                <a:cs typeface="Arial"/>
              </a:rPr>
              <a:t> &amp; </a:t>
            </a:r>
            <a:r>
              <a:rPr lang="vi-VN" sz="2500" b="1" dirty="0" err="1">
                <a:solidFill>
                  <a:schemeClr val="tx2">
                    <a:lumMod val="75000"/>
                  </a:schemeClr>
                </a:solidFill>
                <a:latin typeface="Arial"/>
                <a:ea typeface="+mn-lt"/>
                <a:cs typeface="Arial"/>
              </a:rPr>
              <a:t>Reporting</a:t>
            </a:r>
            <a:endParaRPr lang="en-US" sz="2500" b="1" dirty="0">
              <a:solidFill>
                <a:schemeClr val="tx2">
                  <a:lumMod val="75000"/>
                </a:schemeClr>
              </a:solidFill>
              <a:latin typeface="Arial"/>
              <a:cs typeface="Arial"/>
            </a:endParaRPr>
          </a:p>
        </p:txBody>
      </p:sp>
      <p:pic>
        <p:nvPicPr>
          <p:cNvPr id="6" name="Picture 5">
            <a:extLst>
              <a:ext uri="{FF2B5EF4-FFF2-40B4-BE49-F238E27FC236}">
                <a16:creationId xmlns:a16="http://schemas.microsoft.com/office/drawing/2014/main" id="{B42931EE-8745-A349-6AD8-C9EE56CDD4FD}"/>
              </a:ext>
            </a:extLst>
          </p:cNvPr>
          <p:cNvPicPr>
            <a:picLocks noChangeAspect="1"/>
          </p:cNvPicPr>
          <p:nvPr/>
        </p:nvPicPr>
        <p:blipFill>
          <a:blip r:embed="rId2"/>
          <a:stretch>
            <a:fillRect/>
          </a:stretch>
        </p:blipFill>
        <p:spPr>
          <a:xfrm>
            <a:off x="5979886" y="1452941"/>
            <a:ext cx="5487589" cy="3702469"/>
          </a:xfrm>
          <a:prstGeom prst="rect">
            <a:avLst/>
          </a:prstGeom>
        </p:spPr>
      </p:pic>
      <p:cxnSp>
        <p:nvCxnSpPr>
          <p:cNvPr id="10" name="Straight Arrow Connector 9">
            <a:extLst>
              <a:ext uri="{FF2B5EF4-FFF2-40B4-BE49-F238E27FC236}">
                <a16:creationId xmlns:a16="http://schemas.microsoft.com/office/drawing/2014/main" id="{B769080F-3812-0C9B-8B50-7C2303845BB0}"/>
              </a:ext>
            </a:extLst>
          </p:cNvPr>
          <p:cNvCxnSpPr/>
          <p:nvPr/>
        </p:nvCxnSpPr>
        <p:spPr>
          <a:xfrm flipV="1">
            <a:off x="1117600" y="1452941"/>
            <a:ext cx="0" cy="3183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BCBBCFC-DE2A-CCBC-1F46-BBDD88B2455E}"/>
              </a:ext>
            </a:extLst>
          </p:cNvPr>
          <p:cNvCxnSpPr/>
          <p:nvPr/>
        </p:nvCxnSpPr>
        <p:spPr>
          <a:xfrm>
            <a:off x="1117600" y="4636831"/>
            <a:ext cx="42962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D8A4B37-0B1C-5F52-D4A0-F636A5F49215}"/>
              </a:ext>
            </a:extLst>
          </p:cNvPr>
          <p:cNvSpPr txBox="1"/>
          <p:nvPr/>
        </p:nvSpPr>
        <p:spPr>
          <a:xfrm>
            <a:off x="1536700" y="4786078"/>
            <a:ext cx="749300" cy="369332"/>
          </a:xfrm>
          <a:prstGeom prst="rect">
            <a:avLst/>
          </a:prstGeom>
          <a:noFill/>
        </p:spPr>
        <p:txBody>
          <a:bodyPr wrap="square" rtlCol="0">
            <a:spAutoFit/>
          </a:bodyPr>
          <a:lstStyle/>
          <a:p>
            <a:r>
              <a:rPr lang="vi-VN"/>
              <a:t>W45</a:t>
            </a:r>
            <a:endParaRPr lang="en-US"/>
          </a:p>
        </p:txBody>
      </p:sp>
      <p:sp>
        <p:nvSpPr>
          <p:cNvPr id="14" name="TextBox 13">
            <a:extLst>
              <a:ext uri="{FF2B5EF4-FFF2-40B4-BE49-F238E27FC236}">
                <a16:creationId xmlns:a16="http://schemas.microsoft.com/office/drawing/2014/main" id="{20B164D5-4C8A-1DAC-55A8-670E338F99A3}"/>
              </a:ext>
            </a:extLst>
          </p:cNvPr>
          <p:cNvSpPr txBox="1"/>
          <p:nvPr/>
        </p:nvSpPr>
        <p:spPr>
          <a:xfrm>
            <a:off x="2516414" y="4786078"/>
            <a:ext cx="749300" cy="369332"/>
          </a:xfrm>
          <a:prstGeom prst="rect">
            <a:avLst/>
          </a:prstGeom>
          <a:noFill/>
        </p:spPr>
        <p:txBody>
          <a:bodyPr wrap="square" rtlCol="0">
            <a:spAutoFit/>
          </a:bodyPr>
          <a:lstStyle/>
          <a:p>
            <a:r>
              <a:rPr lang="vi-VN"/>
              <a:t>W46</a:t>
            </a:r>
            <a:endParaRPr lang="en-US"/>
          </a:p>
        </p:txBody>
      </p:sp>
      <p:sp>
        <p:nvSpPr>
          <p:cNvPr id="15" name="TextBox 14">
            <a:extLst>
              <a:ext uri="{FF2B5EF4-FFF2-40B4-BE49-F238E27FC236}">
                <a16:creationId xmlns:a16="http://schemas.microsoft.com/office/drawing/2014/main" id="{FE760056-8EA4-465D-09EB-2C1700CA4A63}"/>
              </a:ext>
            </a:extLst>
          </p:cNvPr>
          <p:cNvSpPr txBox="1"/>
          <p:nvPr/>
        </p:nvSpPr>
        <p:spPr>
          <a:xfrm>
            <a:off x="3412717" y="4791122"/>
            <a:ext cx="749300" cy="369332"/>
          </a:xfrm>
          <a:prstGeom prst="rect">
            <a:avLst/>
          </a:prstGeom>
          <a:noFill/>
        </p:spPr>
        <p:txBody>
          <a:bodyPr wrap="square" rtlCol="0">
            <a:spAutoFit/>
          </a:bodyPr>
          <a:lstStyle/>
          <a:p>
            <a:r>
              <a:rPr lang="vi-VN"/>
              <a:t>W46</a:t>
            </a:r>
            <a:endParaRPr lang="en-US"/>
          </a:p>
        </p:txBody>
      </p:sp>
      <p:sp>
        <p:nvSpPr>
          <p:cNvPr id="16" name="TextBox 15">
            <a:extLst>
              <a:ext uri="{FF2B5EF4-FFF2-40B4-BE49-F238E27FC236}">
                <a16:creationId xmlns:a16="http://schemas.microsoft.com/office/drawing/2014/main" id="{CE0B1E38-58A3-39D5-D5E6-E04632755FEB}"/>
              </a:ext>
            </a:extLst>
          </p:cNvPr>
          <p:cNvSpPr txBox="1"/>
          <p:nvPr/>
        </p:nvSpPr>
        <p:spPr>
          <a:xfrm>
            <a:off x="4491401" y="4803822"/>
            <a:ext cx="749300" cy="369332"/>
          </a:xfrm>
          <a:prstGeom prst="rect">
            <a:avLst/>
          </a:prstGeom>
          <a:noFill/>
        </p:spPr>
        <p:txBody>
          <a:bodyPr wrap="square" rtlCol="0">
            <a:spAutoFit/>
          </a:bodyPr>
          <a:lstStyle/>
          <a:p>
            <a:r>
              <a:rPr lang="vi-VN"/>
              <a:t>W47</a:t>
            </a:r>
            <a:endParaRPr lang="en-US"/>
          </a:p>
        </p:txBody>
      </p:sp>
      <p:cxnSp>
        <p:nvCxnSpPr>
          <p:cNvPr id="18" name="Straight Connector 17">
            <a:extLst>
              <a:ext uri="{FF2B5EF4-FFF2-40B4-BE49-F238E27FC236}">
                <a16:creationId xmlns:a16="http://schemas.microsoft.com/office/drawing/2014/main" id="{4CA68D4D-8167-13FD-D049-E77F9837DA79}"/>
              </a:ext>
            </a:extLst>
          </p:cNvPr>
          <p:cNvCxnSpPr/>
          <p:nvPr/>
        </p:nvCxnSpPr>
        <p:spPr>
          <a:xfrm>
            <a:off x="1028700" y="3810000"/>
            <a:ext cx="889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03061ED-69AC-3203-5D0D-C990331A1573}"/>
              </a:ext>
            </a:extLst>
          </p:cNvPr>
          <p:cNvCxnSpPr/>
          <p:nvPr/>
        </p:nvCxnSpPr>
        <p:spPr>
          <a:xfrm>
            <a:off x="1009650" y="2994086"/>
            <a:ext cx="889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0A6B870-BEB7-A1E5-94A8-0D06C134007D}"/>
              </a:ext>
            </a:extLst>
          </p:cNvPr>
          <p:cNvCxnSpPr/>
          <p:nvPr/>
        </p:nvCxnSpPr>
        <p:spPr>
          <a:xfrm>
            <a:off x="1009650" y="2171700"/>
            <a:ext cx="88900" cy="0"/>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77B0F7F-27FF-AB70-C6E4-35DB987F9B33}"/>
              </a:ext>
            </a:extLst>
          </p:cNvPr>
          <p:cNvSpPr txBox="1"/>
          <p:nvPr/>
        </p:nvSpPr>
        <p:spPr>
          <a:xfrm>
            <a:off x="505041" y="1968365"/>
            <a:ext cx="640915" cy="368292"/>
          </a:xfrm>
          <a:prstGeom prst="rect">
            <a:avLst/>
          </a:prstGeom>
          <a:noFill/>
        </p:spPr>
        <p:txBody>
          <a:bodyPr wrap="square" rtlCol="0">
            <a:spAutoFit/>
          </a:bodyPr>
          <a:lstStyle/>
          <a:p>
            <a:r>
              <a:rPr lang="vi-VN"/>
              <a:t>80</a:t>
            </a:r>
            <a:endParaRPr lang="en-US"/>
          </a:p>
        </p:txBody>
      </p:sp>
      <p:sp>
        <p:nvSpPr>
          <p:cNvPr id="22" name="TextBox 21">
            <a:extLst>
              <a:ext uri="{FF2B5EF4-FFF2-40B4-BE49-F238E27FC236}">
                <a16:creationId xmlns:a16="http://schemas.microsoft.com/office/drawing/2014/main" id="{B8D256E9-2A0C-1646-B7A8-F92DC6A4FEB3}"/>
              </a:ext>
            </a:extLst>
          </p:cNvPr>
          <p:cNvSpPr txBox="1"/>
          <p:nvPr/>
        </p:nvSpPr>
        <p:spPr>
          <a:xfrm>
            <a:off x="467160" y="2784278"/>
            <a:ext cx="640915" cy="368292"/>
          </a:xfrm>
          <a:prstGeom prst="rect">
            <a:avLst/>
          </a:prstGeom>
          <a:noFill/>
        </p:spPr>
        <p:txBody>
          <a:bodyPr wrap="square" rtlCol="0">
            <a:spAutoFit/>
          </a:bodyPr>
          <a:lstStyle/>
          <a:p>
            <a:r>
              <a:rPr lang="vi-VN"/>
              <a:t>60</a:t>
            </a:r>
            <a:endParaRPr lang="en-US"/>
          </a:p>
        </p:txBody>
      </p:sp>
      <p:sp>
        <p:nvSpPr>
          <p:cNvPr id="23" name="TextBox 22">
            <a:extLst>
              <a:ext uri="{FF2B5EF4-FFF2-40B4-BE49-F238E27FC236}">
                <a16:creationId xmlns:a16="http://schemas.microsoft.com/office/drawing/2014/main" id="{22BB755B-C3B7-336D-6845-7FA377715AC1}"/>
              </a:ext>
            </a:extLst>
          </p:cNvPr>
          <p:cNvSpPr txBox="1"/>
          <p:nvPr/>
        </p:nvSpPr>
        <p:spPr>
          <a:xfrm>
            <a:off x="505041" y="3636771"/>
            <a:ext cx="640915" cy="368292"/>
          </a:xfrm>
          <a:prstGeom prst="rect">
            <a:avLst/>
          </a:prstGeom>
          <a:noFill/>
        </p:spPr>
        <p:txBody>
          <a:bodyPr wrap="square" rtlCol="0">
            <a:spAutoFit/>
          </a:bodyPr>
          <a:lstStyle/>
          <a:p>
            <a:r>
              <a:rPr lang="vi-VN"/>
              <a:t>40</a:t>
            </a:r>
            <a:endParaRPr lang="en-US"/>
          </a:p>
        </p:txBody>
      </p:sp>
      <p:sp>
        <p:nvSpPr>
          <p:cNvPr id="24" name="TextBox 23">
            <a:extLst>
              <a:ext uri="{FF2B5EF4-FFF2-40B4-BE49-F238E27FC236}">
                <a16:creationId xmlns:a16="http://schemas.microsoft.com/office/drawing/2014/main" id="{0595445D-5453-EDC5-CB3C-4DF3315B25F1}"/>
              </a:ext>
            </a:extLst>
          </p:cNvPr>
          <p:cNvSpPr txBox="1"/>
          <p:nvPr/>
        </p:nvSpPr>
        <p:spPr>
          <a:xfrm>
            <a:off x="198331" y="1080193"/>
            <a:ext cx="2161959" cy="369332"/>
          </a:xfrm>
          <a:prstGeom prst="rect">
            <a:avLst/>
          </a:prstGeom>
          <a:noFill/>
        </p:spPr>
        <p:txBody>
          <a:bodyPr wrap="square" rtlCol="0">
            <a:spAutoFit/>
          </a:bodyPr>
          <a:lstStyle/>
          <a:p>
            <a:r>
              <a:rPr lang="vi-VN"/>
              <a:t>Avg Daily Manhour</a:t>
            </a:r>
            <a:endParaRPr lang="en-US"/>
          </a:p>
        </p:txBody>
      </p:sp>
      <p:sp>
        <p:nvSpPr>
          <p:cNvPr id="26" name="Rectangle 25">
            <a:extLst>
              <a:ext uri="{FF2B5EF4-FFF2-40B4-BE49-F238E27FC236}">
                <a16:creationId xmlns:a16="http://schemas.microsoft.com/office/drawing/2014/main" id="{D296D1CF-2A0D-29B8-F719-05447EC3A5A7}"/>
              </a:ext>
            </a:extLst>
          </p:cNvPr>
          <p:cNvSpPr/>
          <p:nvPr/>
        </p:nvSpPr>
        <p:spPr>
          <a:xfrm>
            <a:off x="1422400" y="1841500"/>
            <a:ext cx="736598" cy="2795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20BCA12-673C-0490-0F1A-BB5F93437FD3}"/>
              </a:ext>
            </a:extLst>
          </p:cNvPr>
          <p:cNvSpPr/>
          <p:nvPr/>
        </p:nvSpPr>
        <p:spPr>
          <a:xfrm>
            <a:off x="2472201" y="2221169"/>
            <a:ext cx="736598" cy="24156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3ADF399-C5FE-D7E3-A449-7D518429BBFB}"/>
              </a:ext>
            </a:extLst>
          </p:cNvPr>
          <p:cNvSpPr/>
          <p:nvPr/>
        </p:nvSpPr>
        <p:spPr>
          <a:xfrm>
            <a:off x="3510863" y="1968365"/>
            <a:ext cx="736598" cy="26684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F23DC72-DEA3-EA93-05C3-B92EDE65818D}"/>
              </a:ext>
            </a:extLst>
          </p:cNvPr>
          <p:cNvSpPr/>
          <p:nvPr/>
        </p:nvSpPr>
        <p:spPr>
          <a:xfrm>
            <a:off x="4521422" y="2336657"/>
            <a:ext cx="736598" cy="2300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144276D-0A0F-E982-1743-C9F15415D883}"/>
              </a:ext>
            </a:extLst>
          </p:cNvPr>
          <p:cNvSpPr txBox="1"/>
          <p:nvPr/>
        </p:nvSpPr>
        <p:spPr>
          <a:xfrm>
            <a:off x="2587371" y="1887777"/>
            <a:ext cx="640915" cy="369332"/>
          </a:xfrm>
          <a:prstGeom prst="rect">
            <a:avLst/>
          </a:prstGeom>
          <a:noFill/>
        </p:spPr>
        <p:txBody>
          <a:bodyPr wrap="square" rtlCol="0">
            <a:spAutoFit/>
          </a:bodyPr>
          <a:lstStyle/>
          <a:p>
            <a:r>
              <a:rPr lang="vi-VN"/>
              <a:t>75</a:t>
            </a:r>
          </a:p>
        </p:txBody>
      </p:sp>
      <p:sp>
        <p:nvSpPr>
          <p:cNvPr id="31" name="TextBox 30">
            <a:extLst>
              <a:ext uri="{FF2B5EF4-FFF2-40B4-BE49-F238E27FC236}">
                <a16:creationId xmlns:a16="http://schemas.microsoft.com/office/drawing/2014/main" id="{2711091C-6E7A-3471-3751-8C503F9E728A}"/>
              </a:ext>
            </a:extLst>
          </p:cNvPr>
          <p:cNvSpPr txBox="1"/>
          <p:nvPr/>
        </p:nvSpPr>
        <p:spPr>
          <a:xfrm>
            <a:off x="1585523" y="1518444"/>
            <a:ext cx="640915" cy="368292"/>
          </a:xfrm>
          <a:prstGeom prst="rect">
            <a:avLst/>
          </a:prstGeom>
          <a:noFill/>
        </p:spPr>
        <p:txBody>
          <a:bodyPr wrap="square" rtlCol="0">
            <a:spAutoFit/>
          </a:bodyPr>
          <a:lstStyle/>
          <a:p>
            <a:r>
              <a:rPr lang="vi-VN"/>
              <a:t>90</a:t>
            </a:r>
            <a:endParaRPr lang="en-US"/>
          </a:p>
        </p:txBody>
      </p:sp>
      <p:sp>
        <p:nvSpPr>
          <p:cNvPr id="32" name="TextBox 31">
            <a:extLst>
              <a:ext uri="{FF2B5EF4-FFF2-40B4-BE49-F238E27FC236}">
                <a16:creationId xmlns:a16="http://schemas.microsoft.com/office/drawing/2014/main" id="{505D6CE9-BE7C-1901-DF55-206C11E5820E}"/>
              </a:ext>
            </a:extLst>
          </p:cNvPr>
          <p:cNvSpPr txBox="1"/>
          <p:nvPr/>
        </p:nvSpPr>
        <p:spPr>
          <a:xfrm>
            <a:off x="3621326" y="1606467"/>
            <a:ext cx="640915" cy="369332"/>
          </a:xfrm>
          <a:prstGeom prst="rect">
            <a:avLst/>
          </a:prstGeom>
          <a:noFill/>
        </p:spPr>
        <p:txBody>
          <a:bodyPr wrap="square" rtlCol="0">
            <a:spAutoFit/>
          </a:bodyPr>
          <a:lstStyle/>
          <a:p>
            <a:r>
              <a:rPr lang="vi-VN"/>
              <a:t>85</a:t>
            </a:r>
          </a:p>
        </p:txBody>
      </p:sp>
      <p:sp>
        <p:nvSpPr>
          <p:cNvPr id="33" name="TextBox 32">
            <a:extLst>
              <a:ext uri="{FF2B5EF4-FFF2-40B4-BE49-F238E27FC236}">
                <a16:creationId xmlns:a16="http://schemas.microsoft.com/office/drawing/2014/main" id="{745E9F1C-13F9-FF3B-7DFB-AEA17C1E53D4}"/>
              </a:ext>
            </a:extLst>
          </p:cNvPr>
          <p:cNvSpPr txBox="1"/>
          <p:nvPr/>
        </p:nvSpPr>
        <p:spPr>
          <a:xfrm>
            <a:off x="4663649" y="1967320"/>
            <a:ext cx="640915" cy="369332"/>
          </a:xfrm>
          <a:prstGeom prst="rect">
            <a:avLst/>
          </a:prstGeom>
          <a:noFill/>
        </p:spPr>
        <p:txBody>
          <a:bodyPr wrap="square" rtlCol="0">
            <a:spAutoFit/>
          </a:bodyPr>
          <a:lstStyle/>
          <a:p>
            <a:r>
              <a:rPr lang="vi-VN"/>
              <a:t>70</a:t>
            </a:r>
          </a:p>
        </p:txBody>
      </p:sp>
      <p:sp>
        <p:nvSpPr>
          <p:cNvPr id="34" name="Rectangle 33">
            <a:extLst>
              <a:ext uri="{FF2B5EF4-FFF2-40B4-BE49-F238E27FC236}">
                <a16:creationId xmlns:a16="http://schemas.microsoft.com/office/drawing/2014/main" id="{C2001889-83C8-B3DC-ED83-8FC58F8E3B4D}"/>
              </a:ext>
            </a:extLst>
          </p:cNvPr>
          <p:cNvSpPr/>
          <p:nvPr/>
        </p:nvSpPr>
        <p:spPr>
          <a:xfrm>
            <a:off x="757766" y="5351029"/>
            <a:ext cx="10741781" cy="128591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3FED29E-7807-F5E5-4901-E60869F1A622}"/>
              </a:ext>
            </a:extLst>
          </p:cNvPr>
          <p:cNvSpPr txBox="1"/>
          <p:nvPr/>
        </p:nvSpPr>
        <p:spPr>
          <a:xfrm>
            <a:off x="683077" y="5347653"/>
            <a:ext cx="11074683" cy="1310265"/>
          </a:xfrm>
          <a:prstGeom prst="rect">
            <a:avLst/>
          </a:prstGeom>
          <a:noFill/>
        </p:spPr>
        <p:txBody>
          <a:bodyPr wrap="square" lIns="91440" tIns="45720" rIns="91440" bIns="45720" rtlCol="0" anchor="t">
            <a:spAutoFit/>
          </a:bodyPr>
          <a:lstStyle/>
          <a:p>
            <a:pPr marL="285750" indent="-285750">
              <a:buFont typeface="Arial,Sans-Serif"/>
              <a:buChar char="•"/>
            </a:pPr>
            <a:r>
              <a:rPr lang="vi-VN" sz="1900">
                <a:latin typeface="Arial"/>
                <a:ea typeface="+mn-lt"/>
                <a:cs typeface="Arial"/>
              </a:rPr>
              <a:t>The </a:t>
            </a:r>
            <a:r>
              <a:rPr lang="vi-VN" sz="1900" err="1">
                <a:latin typeface="Arial"/>
                <a:ea typeface="+mn-lt"/>
                <a:cs typeface="Arial"/>
              </a:rPr>
              <a:t>system</a:t>
            </a:r>
            <a:r>
              <a:rPr lang="vi-VN" sz="1900">
                <a:latin typeface="Arial"/>
                <a:ea typeface="+mn-lt"/>
                <a:cs typeface="Arial"/>
              </a:rPr>
              <a:t> </a:t>
            </a:r>
            <a:r>
              <a:rPr lang="vi-VN" sz="1900" err="1">
                <a:latin typeface="Arial"/>
                <a:ea typeface="+mn-lt"/>
                <a:cs typeface="Arial"/>
              </a:rPr>
              <a:t>provides</a:t>
            </a:r>
            <a:r>
              <a:rPr lang="vi-VN" sz="1900">
                <a:latin typeface="Arial"/>
                <a:ea typeface="+mn-lt"/>
                <a:cs typeface="Arial"/>
              </a:rPr>
              <a:t> </a:t>
            </a:r>
            <a:r>
              <a:rPr lang="vi-VN" sz="1900" err="1">
                <a:latin typeface="Arial"/>
                <a:ea typeface="+mn-lt"/>
                <a:cs typeface="Arial"/>
              </a:rPr>
              <a:t>automatic</a:t>
            </a:r>
            <a:r>
              <a:rPr lang="vi-VN" sz="1900">
                <a:latin typeface="Arial"/>
                <a:ea typeface="+mn-lt"/>
                <a:cs typeface="Arial"/>
              </a:rPr>
              <a:t> </a:t>
            </a:r>
            <a:r>
              <a:rPr lang="vi-VN" sz="1900" err="1">
                <a:latin typeface="Arial"/>
                <a:ea typeface="+mn-lt"/>
                <a:cs typeface="Arial"/>
              </a:rPr>
              <a:t>reporting</a:t>
            </a:r>
            <a:r>
              <a:rPr lang="vi-VN" sz="1900">
                <a:latin typeface="Arial"/>
                <a:ea typeface="+mn-lt"/>
                <a:cs typeface="Arial"/>
              </a:rPr>
              <a:t> </a:t>
            </a:r>
            <a:r>
              <a:rPr lang="vi-VN" sz="1900" err="1">
                <a:latin typeface="Arial"/>
                <a:ea typeface="+mn-lt"/>
                <a:cs typeface="Arial"/>
              </a:rPr>
              <a:t>and</a:t>
            </a:r>
            <a:r>
              <a:rPr lang="vi-VN" sz="1900">
                <a:latin typeface="Arial"/>
                <a:ea typeface="+mn-lt"/>
                <a:cs typeface="Arial"/>
              </a:rPr>
              <a:t> </a:t>
            </a:r>
            <a:r>
              <a:rPr lang="vi-VN" sz="1900" err="1">
                <a:latin typeface="Arial"/>
                <a:ea typeface="+mn-lt"/>
                <a:cs typeface="Arial"/>
              </a:rPr>
              <a:t>data</a:t>
            </a:r>
            <a:r>
              <a:rPr lang="vi-VN" sz="1900">
                <a:latin typeface="Arial"/>
                <a:ea typeface="+mn-lt"/>
                <a:cs typeface="Arial"/>
              </a:rPr>
              <a:t> </a:t>
            </a:r>
            <a:r>
              <a:rPr lang="vi-VN" sz="1900" err="1">
                <a:latin typeface="Arial"/>
                <a:ea typeface="+mn-lt"/>
                <a:cs typeface="Arial"/>
              </a:rPr>
              <a:t>analysis</a:t>
            </a:r>
            <a:r>
              <a:rPr lang="vi-VN" sz="1900">
                <a:latin typeface="Arial"/>
                <a:ea typeface="+mn-lt"/>
                <a:cs typeface="Arial"/>
              </a:rPr>
              <a:t> </a:t>
            </a:r>
            <a:r>
              <a:rPr lang="vi-VN" sz="1900" err="1">
                <a:latin typeface="Arial"/>
                <a:ea typeface="+mn-lt"/>
                <a:cs typeface="Arial"/>
              </a:rPr>
              <a:t>for</a:t>
            </a:r>
            <a:r>
              <a:rPr lang="vi-VN" sz="1900">
                <a:latin typeface="Arial"/>
                <a:ea typeface="+mn-lt"/>
                <a:cs typeface="Arial"/>
              </a:rPr>
              <a:t> </a:t>
            </a:r>
            <a:r>
              <a:rPr lang="vi-VN" sz="1900" err="1">
                <a:latin typeface="Arial"/>
                <a:ea typeface="+mn-lt"/>
                <a:cs typeface="Arial"/>
              </a:rPr>
              <a:t>operational</a:t>
            </a:r>
            <a:r>
              <a:rPr lang="vi-VN" sz="1900">
                <a:latin typeface="Arial"/>
                <a:ea typeface="+mn-lt"/>
                <a:cs typeface="Arial"/>
              </a:rPr>
              <a:t> </a:t>
            </a:r>
            <a:r>
              <a:rPr lang="vi-VN" sz="1900" err="1">
                <a:latin typeface="Arial"/>
                <a:ea typeface="+mn-lt"/>
                <a:cs typeface="Arial"/>
              </a:rPr>
              <a:t>visualization</a:t>
            </a:r>
            <a:r>
              <a:rPr lang="vi-VN" sz="1900">
                <a:latin typeface="Arial"/>
                <a:ea typeface="+mn-lt"/>
                <a:cs typeface="Arial"/>
              </a:rPr>
              <a:t> </a:t>
            </a:r>
            <a:r>
              <a:rPr lang="vi-VN" sz="1900" err="1">
                <a:latin typeface="Arial"/>
                <a:ea typeface="+mn-lt"/>
                <a:cs typeface="Arial"/>
              </a:rPr>
              <a:t>and</a:t>
            </a:r>
            <a:r>
              <a:rPr lang="vi-VN" sz="1900">
                <a:latin typeface="Arial"/>
                <a:ea typeface="+mn-lt"/>
                <a:cs typeface="Arial"/>
              </a:rPr>
              <a:t> </a:t>
            </a:r>
            <a:r>
              <a:rPr lang="vi-VN" sz="1900" err="1">
                <a:latin typeface="Arial"/>
                <a:ea typeface="+mn-lt"/>
                <a:cs typeface="Arial"/>
              </a:rPr>
              <a:t>process</a:t>
            </a:r>
            <a:r>
              <a:rPr lang="vi-VN" sz="1900">
                <a:latin typeface="Arial"/>
                <a:ea typeface="+mn-lt"/>
                <a:cs typeface="Arial"/>
              </a:rPr>
              <a:t> </a:t>
            </a:r>
            <a:r>
              <a:rPr lang="vi-VN" sz="1900" err="1">
                <a:latin typeface="Arial"/>
                <a:ea typeface="+mn-lt"/>
                <a:cs typeface="Arial"/>
              </a:rPr>
              <a:t>enhancement</a:t>
            </a:r>
            <a:r>
              <a:rPr lang="vi-VN" sz="1900">
                <a:latin typeface="Arial"/>
                <a:ea typeface="+mn-lt"/>
                <a:cs typeface="Arial"/>
              </a:rPr>
              <a:t>.</a:t>
            </a:r>
            <a:endParaRPr lang="en-US" sz="1900">
              <a:latin typeface="Arial"/>
              <a:ea typeface="+mn-lt"/>
              <a:cs typeface="Arial"/>
            </a:endParaRPr>
          </a:p>
          <a:p>
            <a:pPr marL="285750" indent="-285750">
              <a:buFont typeface="Arial,Sans-Serif"/>
              <a:buChar char="•"/>
            </a:pPr>
            <a:r>
              <a:rPr lang="en-US" sz="1900">
                <a:latin typeface="Arial"/>
                <a:ea typeface="+mn-lt"/>
                <a:cs typeface="+mn-lt"/>
              </a:rPr>
              <a:t>It also manages performance rankings among employees, between stores, and across regional levels.</a:t>
            </a:r>
          </a:p>
        </p:txBody>
      </p:sp>
      <p:sp>
        <p:nvSpPr>
          <p:cNvPr id="5" name="AutoShape 2">
            <a:extLst>
              <a:ext uri="{FF2B5EF4-FFF2-40B4-BE49-F238E27FC236}">
                <a16:creationId xmlns:a16="http://schemas.microsoft.com/office/drawing/2014/main" id="{8652C281-EEF7-A819-7716-2AF0BAF58517}"/>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F5DD68CE-E025-02FA-EF35-3A6E61CE0292}"/>
              </a:ext>
            </a:extLst>
          </p:cNvPr>
          <p:cNvPicPr>
            <a:picLocks noChangeAspect="1"/>
          </p:cNvPicPr>
          <p:nvPr/>
        </p:nvPicPr>
        <p:blipFill>
          <a:blip r:embed="rId3"/>
          <a:stretch>
            <a:fillRect/>
          </a:stretch>
        </p:blipFill>
        <p:spPr>
          <a:xfrm>
            <a:off x="10381272" y="111060"/>
            <a:ext cx="1713875" cy="381847"/>
          </a:xfrm>
          <a:prstGeom prst="rect">
            <a:avLst/>
          </a:prstGeom>
        </p:spPr>
      </p:pic>
      <p:sp>
        <p:nvSpPr>
          <p:cNvPr id="8" name="Slide Number Placeholder 7">
            <a:extLst>
              <a:ext uri="{FF2B5EF4-FFF2-40B4-BE49-F238E27FC236}">
                <a16:creationId xmlns:a16="http://schemas.microsoft.com/office/drawing/2014/main" id="{03B7AC16-DA4F-F862-04B4-EBD4A4A9F0AA}"/>
              </a:ext>
            </a:extLst>
          </p:cNvPr>
          <p:cNvSpPr>
            <a:spLocks noGrp="1"/>
          </p:cNvSpPr>
          <p:nvPr>
            <p:ph type="sldNum" sz="quarter" idx="12"/>
          </p:nvPr>
        </p:nvSpPr>
        <p:spPr>
          <a:xfrm>
            <a:off x="9448800" y="6465091"/>
            <a:ext cx="2743200" cy="365125"/>
          </a:xfrm>
        </p:spPr>
        <p:txBody>
          <a:bodyPr/>
          <a:lstStyle/>
          <a:p>
            <a:fld id="{40D408E2-9F58-4229-A8B2-E143E8FD52E1}" type="slidenum">
              <a:rPr lang="en-US" sz="2000" smtClean="0"/>
              <a:t>25</a:t>
            </a:fld>
            <a:endParaRPr lang="en-US" sz="2000"/>
          </a:p>
        </p:txBody>
      </p:sp>
    </p:spTree>
    <p:extLst>
      <p:ext uri="{BB962C8B-B14F-4D97-AF65-F5344CB8AC3E}">
        <p14:creationId xmlns:p14="http://schemas.microsoft.com/office/powerpoint/2010/main" val="1370318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FFDBC-9F20-EA7C-22CC-6708B0CA83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97CF1E-F3EB-EFAB-A004-05AC23193C62}"/>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II</a:t>
            </a:r>
            <a:r>
              <a:rPr lang="vi-VN" sz="2600" b="1">
                <a:solidFill>
                  <a:schemeClr val="tx2">
                    <a:lumMod val="75000"/>
                  </a:schemeClr>
                </a:solidFill>
                <a:latin typeface="Arial"/>
                <a:cs typeface="Arial"/>
              </a:rPr>
              <a:t>I. DEVELOPMENT TIMELINE</a:t>
            </a:r>
            <a:endParaRPr lang="en-US" sz="2600" b="1">
              <a:solidFill>
                <a:schemeClr val="tx2">
                  <a:lumMod val="75000"/>
                </a:schemeClr>
              </a:solidFill>
            </a:endParaRPr>
          </a:p>
        </p:txBody>
      </p:sp>
      <p:sp>
        <p:nvSpPr>
          <p:cNvPr id="25" name="TextBox 24">
            <a:extLst>
              <a:ext uri="{FF2B5EF4-FFF2-40B4-BE49-F238E27FC236}">
                <a16:creationId xmlns:a16="http://schemas.microsoft.com/office/drawing/2014/main" id="{6CD25E54-8719-5AC2-2F74-BEEECD9F9C7B}"/>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6" name="Rectangle: Rounded Corners 5">
            <a:extLst>
              <a:ext uri="{FF2B5EF4-FFF2-40B4-BE49-F238E27FC236}">
                <a16:creationId xmlns:a16="http://schemas.microsoft.com/office/drawing/2014/main" id="{FE85A7A9-39D0-E5AA-0EA4-81B6A4B94C20}"/>
              </a:ext>
            </a:extLst>
          </p:cNvPr>
          <p:cNvSpPr/>
          <p:nvPr/>
        </p:nvSpPr>
        <p:spPr>
          <a:xfrm>
            <a:off x="972457" y="4615543"/>
            <a:ext cx="1828800" cy="827314"/>
          </a:xfrm>
          <a:prstGeom prst="round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a:solidFill>
                  <a:schemeClr val="bg2">
                    <a:lumMod val="10000"/>
                  </a:schemeClr>
                </a:solidFill>
              </a:rPr>
              <a:t>GO LIVE</a:t>
            </a:r>
            <a:endParaRPr lang="en-US" b="1">
              <a:solidFill>
                <a:schemeClr val="bg2">
                  <a:lumMod val="10000"/>
                </a:schemeClr>
              </a:solidFill>
            </a:endParaRPr>
          </a:p>
        </p:txBody>
      </p:sp>
      <p:sp>
        <p:nvSpPr>
          <p:cNvPr id="9" name="Rectangle: Rounded Corners 8">
            <a:extLst>
              <a:ext uri="{FF2B5EF4-FFF2-40B4-BE49-F238E27FC236}">
                <a16:creationId xmlns:a16="http://schemas.microsoft.com/office/drawing/2014/main" id="{1854AB9E-03B6-3570-3CD8-A906FDF64A11}"/>
              </a:ext>
            </a:extLst>
          </p:cNvPr>
          <p:cNvSpPr/>
          <p:nvPr/>
        </p:nvSpPr>
        <p:spPr>
          <a:xfrm>
            <a:off x="4622800" y="5293314"/>
            <a:ext cx="1828800" cy="827314"/>
          </a:xfrm>
          <a:prstGeom prst="round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800">
                <a:solidFill>
                  <a:schemeClr val="bg2">
                    <a:lumMod val="10000"/>
                  </a:schemeClr>
                </a:solidFill>
              </a:rPr>
              <a:t>DWS</a:t>
            </a:r>
            <a:endParaRPr lang="en-US" sz="2800">
              <a:solidFill>
                <a:schemeClr val="bg2">
                  <a:lumMod val="10000"/>
                </a:schemeClr>
              </a:solidFill>
            </a:endParaRPr>
          </a:p>
        </p:txBody>
      </p:sp>
      <p:sp>
        <p:nvSpPr>
          <p:cNvPr id="10" name="Rectangle: Rounded Corners 9">
            <a:extLst>
              <a:ext uri="{FF2B5EF4-FFF2-40B4-BE49-F238E27FC236}">
                <a16:creationId xmlns:a16="http://schemas.microsoft.com/office/drawing/2014/main" id="{13FBDDAD-7BB6-D164-E0C6-71F3293CE50E}"/>
              </a:ext>
            </a:extLst>
          </p:cNvPr>
          <p:cNvSpPr/>
          <p:nvPr/>
        </p:nvSpPr>
        <p:spPr>
          <a:xfrm>
            <a:off x="4622800" y="3539491"/>
            <a:ext cx="1828800" cy="827314"/>
          </a:xfrm>
          <a:prstGeom prst="roundRect">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800">
                <a:solidFill>
                  <a:schemeClr val="bg2">
                    <a:lumMod val="10000"/>
                  </a:schemeClr>
                </a:solidFill>
              </a:rPr>
              <a:t>WS</a:t>
            </a:r>
            <a:endParaRPr lang="en-US" sz="2800">
              <a:solidFill>
                <a:schemeClr val="bg2">
                  <a:lumMod val="10000"/>
                </a:schemeClr>
              </a:solidFill>
            </a:endParaRPr>
          </a:p>
        </p:txBody>
      </p:sp>
      <p:cxnSp>
        <p:nvCxnSpPr>
          <p:cNvPr id="12" name="Straight Arrow Connector 11">
            <a:extLst>
              <a:ext uri="{FF2B5EF4-FFF2-40B4-BE49-F238E27FC236}">
                <a16:creationId xmlns:a16="http://schemas.microsoft.com/office/drawing/2014/main" id="{BB42064C-37C9-D746-DC98-3244846C6C2D}"/>
              </a:ext>
            </a:extLst>
          </p:cNvPr>
          <p:cNvCxnSpPr>
            <a:stCxn id="6" idx="3"/>
            <a:endCxn id="10" idx="1"/>
          </p:cNvCxnSpPr>
          <p:nvPr/>
        </p:nvCxnSpPr>
        <p:spPr>
          <a:xfrm flipV="1">
            <a:off x="2801257" y="3953148"/>
            <a:ext cx="1821543" cy="1076052"/>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65992FB1-021B-A581-2F34-86527973E78A}"/>
              </a:ext>
            </a:extLst>
          </p:cNvPr>
          <p:cNvCxnSpPr>
            <a:stCxn id="6" idx="3"/>
          </p:cNvCxnSpPr>
          <p:nvPr/>
        </p:nvCxnSpPr>
        <p:spPr>
          <a:xfrm>
            <a:off x="2801257" y="5029200"/>
            <a:ext cx="1821543" cy="67777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7830E1C9-A1D7-1680-9697-7A4C31C375C6}"/>
              </a:ext>
            </a:extLst>
          </p:cNvPr>
          <p:cNvSpPr txBox="1"/>
          <p:nvPr/>
        </p:nvSpPr>
        <p:spPr>
          <a:xfrm>
            <a:off x="7155544" y="3737430"/>
            <a:ext cx="1625600" cy="369332"/>
          </a:xfrm>
          <a:prstGeom prst="rect">
            <a:avLst/>
          </a:prstGeom>
          <a:noFill/>
        </p:spPr>
        <p:txBody>
          <a:bodyPr wrap="square" rtlCol="0">
            <a:spAutoFit/>
          </a:bodyPr>
          <a:lstStyle/>
          <a:p>
            <a:r>
              <a:rPr lang="vi-VN" b="1" dirty="0"/>
              <a:t>APR 202</a:t>
            </a:r>
            <a:r>
              <a:rPr lang="en-US" b="1" dirty="0"/>
              <a:t>6</a:t>
            </a:r>
          </a:p>
        </p:txBody>
      </p:sp>
      <p:sp>
        <p:nvSpPr>
          <p:cNvPr id="16" name="TextBox 15">
            <a:extLst>
              <a:ext uri="{FF2B5EF4-FFF2-40B4-BE49-F238E27FC236}">
                <a16:creationId xmlns:a16="http://schemas.microsoft.com/office/drawing/2014/main" id="{98D71559-49B8-E770-7CCA-330F428B032D}"/>
              </a:ext>
            </a:extLst>
          </p:cNvPr>
          <p:cNvSpPr txBox="1"/>
          <p:nvPr/>
        </p:nvSpPr>
        <p:spPr>
          <a:xfrm>
            <a:off x="7155544" y="5522305"/>
            <a:ext cx="1625600" cy="369332"/>
          </a:xfrm>
          <a:prstGeom prst="rect">
            <a:avLst/>
          </a:prstGeom>
          <a:noFill/>
        </p:spPr>
        <p:txBody>
          <a:bodyPr wrap="square" rtlCol="0">
            <a:spAutoFit/>
          </a:bodyPr>
          <a:lstStyle/>
          <a:p>
            <a:r>
              <a:rPr lang="en-US" b="1" dirty="0"/>
              <a:t>MAY</a:t>
            </a:r>
            <a:r>
              <a:rPr lang="vi-VN" b="1" dirty="0"/>
              <a:t> 202</a:t>
            </a:r>
            <a:r>
              <a:rPr lang="en-US" b="1" dirty="0"/>
              <a:t>6</a:t>
            </a:r>
          </a:p>
        </p:txBody>
      </p:sp>
      <p:sp>
        <p:nvSpPr>
          <p:cNvPr id="4" name="AutoShape 2">
            <a:extLst>
              <a:ext uri="{FF2B5EF4-FFF2-40B4-BE49-F238E27FC236}">
                <a16:creationId xmlns:a16="http://schemas.microsoft.com/office/drawing/2014/main" id="{F32A299C-271F-21A2-61B1-8F268C00E9CA}"/>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7" name="Picture 6">
            <a:extLst>
              <a:ext uri="{FF2B5EF4-FFF2-40B4-BE49-F238E27FC236}">
                <a16:creationId xmlns:a16="http://schemas.microsoft.com/office/drawing/2014/main" id="{7C73A2A1-B278-5678-3A7D-430AB37920F2}"/>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8" name="Slide Number Placeholder 7">
            <a:extLst>
              <a:ext uri="{FF2B5EF4-FFF2-40B4-BE49-F238E27FC236}">
                <a16:creationId xmlns:a16="http://schemas.microsoft.com/office/drawing/2014/main" id="{F3B48A77-AAA9-BA0D-E781-2E18B831D9A5}"/>
              </a:ext>
            </a:extLst>
          </p:cNvPr>
          <p:cNvSpPr>
            <a:spLocks noGrp="1"/>
          </p:cNvSpPr>
          <p:nvPr>
            <p:ph type="sldNum" sz="quarter" idx="12"/>
          </p:nvPr>
        </p:nvSpPr>
        <p:spPr>
          <a:xfrm>
            <a:off x="9414547" y="6492875"/>
            <a:ext cx="2743200" cy="365125"/>
          </a:xfrm>
        </p:spPr>
        <p:txBody>
          <a:bodyPr/>
          <a:lstStyle/>
          <a:p>
            <a:fld id="{40D408E2-9F58-4229-A8B2-E143E8FD52E1}" type="slidenum">
              <a:rPr lang="en-US" sz="2000" smtClean="0"/>
              <a:t>26</a:t>
            </a:fld>
            <a:endParaRPr lang="en-US" sz="2000"/>
          </a:p>
        </p:txBody>
      </p:sp>
      <p:pic>
        <p:nvPicPr>
          <p:cNvPr id="11" name="Picture 10">
            <a:extLst>
              <a:ext uri="{FF2B5EF4-FFF2-40B4-BE49-F238E27FC236}">
                <a16:creationId xmlns:a16="http://schemas.microsoft.com/office/drawing/2014/main" id="{CFD14A28-1314-7815-2FBD-53780D4286D6}"/>
              </a:ext>
            </a:extLst>
          </p:cNvPr>
          <p:cNvPicPr>
            <a:picLocks noChangeAspect="1"/>
          </p:cNvPicPr>
          <p:nvPr/>
        </p:nvPicPr>
        <p:blipFill>
          <a:blip r:embed="rId3"/>
          <a:stretch>
            <a:fillRect/>
          </a:stretch>
        </p:blipFill>
        <p:spPr>
          <a:xfrm>
            <a:off x="316313" y="809876"/>
            <a:ext cx="11420985" cy="2543530"/>
          </a:xfrm>
          <a:prstGeom prst="rect">
            <a:avLst/>
          </a:prstGeom>
        </p:spPr>
      </p:pic>
    </p:spTree>
    <p:extLst>
      <p:ext uri="{BB962C8B-B14F-4D97-AF65-F5344CB8AC3E}">
        <p14:creationId xmlns:p14="http://schemas.microsoft.com/office/powerpoint/2010/main" val="1114372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005DF-43AB-DDA6-06E2-7373F98BB2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CF0CF3-D4F4-9F77-E5AB-0315837FF63A}"/>
              </a:ext>
            </a:extLst>
          </p:cNvPr>
          <p:cNvSpPr txBox="1"/>
          <p:nvPr/>
        </p:nvSpPr>
        <p:spPr>
          <a:xfrm>
            <a:off x="184584" y="77182"/>
            <a:ext cx="7205567" cy="492443"/>
          </a:xfrm>
          <a:prstGeom prst="rect">
            <a:avLst/>
          </a:prstGeom>
          <a:noFill/>
        </p:spPr>
        <p:txBody>
          <a:bodyPr wrap="square" lIns="91440" tIns="45720" rIns="91440" bIns="45720" rtlCol="0" anchor="t">
            <a:spAutoFit/>
          </a:bodyPr>
          <a:lstStyle/>
          <a:p>
            <a:r>
              <a:rPr lang="en-US" sz="2600" b="1">
                <a:solidFill>
                  <a:schemeClr val="tx2">
                    <a:lumMod val="75000"/>
                  </a:schemeClr>
                </a:solidFill>
                <a:latin typeface="Arial"/>
                <a:cs typeface="Arial"/>
              </a:rPr>
              <a:t>I</a:t>
            </a:r>
            <a:r>
              <a:rPr lang="vi-VN" sz="2600" b="1">
                <a:solidFill>
                  <a:schemeClr val="tx2">
                    <a:lumMod val="75000"/>
                  </a:schemeClr>
                </a:solidFill>
                <a:latin typeface="Arial"/>
                <a:cs typeface="Arial"/>
              </a:rPr>
              <a:t>V. DEVELOPMENT COST</a:t>
            </a:r>
            <a:endParaRPr lang="en-US" sz="2600" b="1">
              <a:solidFill>
                <a:schemeClr val="tx2">
                  <a:lumMod val="75000"/>
                </a:schemeClr>
              </a:solidFill>
            </a:endParaRPr>
          </a:p>
        </p:txBody>
      </p:sp>
      <p:sp>
        <p:nvSpPr>
          <p:cNvPr id="25" name="TextBox 24">
            <a:extLst>
              <a:ext uri="{FF2B5EF4-FFF2-40B4-BE49-F238E27FC236}">
                <a16:creationId xmlns:a16="http://schemas.microsoft.com/office/drawing/2014/main" id="{3FD39E7A-BAC0-3334-1381-4DB110C29ECF}"/>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4" name="TextBox 3">
            <a:extLst>
              <a:ext uri="{FF2B5EF4-FFF2-40B4-BE49-F238E27FC236}">
                <a16:creationId xmlns:a16="http://schemas.microsoft.com/office/drawing/2014/main" id="{E4D3946B-834A-E300-F736-C532E2ED7E74}"/>
              </a:ext>
            </a:extLst>
          </p:cNvPr>
          <p:cNvSpPr txBox="1"/>
          <p:nvPr/>
        </p:nvSpPr>
        <p:spPr>
          <a:xfrm>
            <a:off x="184584" y="653537"/>
            <a:ext cx="9139298" cy="492443"/>
          </a:xfrm>
          <a:prstGeom prst="rect">
            <a:avLst/>
          </a:prstGeom>
          <a:noFill/>
        </p:spPr>
        <p:txBody>
          <a:bodyPr wrap="square" lIns="91440" tIns="45720" rIns="91440" bIns="45720" rtlCol="0" anchor="t">
            <a:spAutoFit/>
          </a:bodyPr>
          <a:lstStyle/>
          <a:p>
            <a:r>
              <a:rPr lang="vi-VN" sz="2500" b="1" err="1">
                <a:solidFill>
                  <a:schemeClr val="tx2">
                    <a:lumMod val="75000"/>
                  </a:schemeClr>
                </a:solidFill>
                <a:latin typeface="Arial"/>
                <a:ea typeface="+mn-lt"/>
                <a:cs typeface="Arial"/>
              </a:rPr>
              <a:t>Installation</a:t>
            </a:r>
            <a:r>
              <a:rPr lang="vi-VN" sz="2500" b="1">
                <a:solidFill>
                  <a:schemeClr val="tx2">
                    <a:lumMod val="75000"/>
                  </a:schemeClr>
                </a:solidFill>
                <a:latin typeface="Arial"/>
                <a:ea typeface="+mn-lt"/>
                <a:cs typeface="Arial"/>
              </a:rPr>
              <a:t> </a:t>
            </a:r>
            <a:r>
              <a:rPr lang="vi-VN" sz="2500" b="1" err="1">
                <a:solidFill>
                  <a:schemeClr val="tx2">
                    <a:lumMod val="75000"/>
                  </a:schemeClr>
                </a:solidFill>
                <a:latin typeface="Arial"/>
                <a:ea typeface="+mn-lt"/>
                <a:cs typeface="Arial"/>
              </a:rPr>
              <a:t>and</a:t>
            </a:r>
            <a:r>
              <a:rPr lang="vi-VN" sz="2500" b="1">
                <a:solidFill>
                  <a:schemeClr val="tx2">
                    <a:lumMod val="75000"/>
                  </a:schemeClr>
                </a:solidFill>
                <a:latin typeface="Arial"/>
                <a:ea typeface="+mn-lt"/>
                <a:cs typeface="Arial"/>
              </a:rPr>
              <a:t> </a:t>
            </a:r>
            <a:r>
              <a:rPr lang="vi-VN" sz="2500" b="1" err="1">
                <a:solidFill>
                  <a:schemeClr val="tx2">
                    <a:lumMod val="75000"/>
                  </a:schemeClr>
                </a:solidFill>
                <a:latin typeface="Arial"/>
                <a:ea typeface="+mn-lt"/>
                <a:cs typeface="Arial"/>
              </a:rPr>
              <a:t>Operation</a:t>
            </a:r>
            <a:r>
              <a:rPr lang="vi-VN" sz="2500" b="1">
                <a:solidFill>
                  <a:schemeClr val="tx2">
                    <a:lumMod val="75000"/>
                  </a:schemeClr>
                </a:solidFill>
                <a:latin typeface="Arial"/>
                <a:ea typeface="+mn-lt"/>
                <a:cs typeface="Arial"/>
              </a:rPr>
              <a:t> </a:t>
            </a:r>
            <a:r>
              <a:rPr lang="vi-VN" sz="2500" b="1" err="1">
                <a:solidFill>
                  <a:schemeClr val="tx2">
                    <a:lumMod val="75000"/>
                  </a:schemeClr>
                </a:solidFill>
                <a:latin typeface="Arial"/>
                <a:ea typeface="+mn-lt"/>
                <a:cs typeface="Arial"/>
              </a:rPr>
              <a:t>Costs</a:t>
            </a:r>
            <a:r>
              <a:rPr lang="vi-VN" sz="2500">
                <a:solidFill>
                  <a:schemeClr val="tx2">
                    <a:lumMod val="75000"/>
                  </a:schemeClr>
                </a:solidFill>
                <a:latin typeface="Arial"/>
                <a:ea typeface="+mn-lt"/>
                <a:cs typeface="Arial"/>
              </a:rPr>
              <a:t> </a:t>
            </a:r>
            <a:endParaRPr lang="vi-VN" sz="2500">
              <a:solidFill>
                <a:schemeClr val="tx2">
                  <a:lumMod val="75000"/>
                </a:schemeClr>
              </a:solidFill>
              <a:latin typeface="Arial"/>
              <a:cs typeface="Arial"/>
            </a:endParaRPr>
          </a:p>
        </p:txBody>
      </p:sp>
      <p:sp>
        <p:nvSpPr>
          <p:cNvPr id="5" name="AutoShape 2">
            <a:extLst>
              <a:ext uri="{FF2B5EF4-FFF2-40B4-BE49-F238E27FC236}">
                <a16:creationId xmlns:a16="http://schemas.microsoft.com/office/drawing/2014/main" id="{76413DAC-63DC-9E82-D417-3A8507FBAC23}"/>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6" name="Picture 5">
            <a:extLst>
              <a:ext uri="{FF2B5EF4-FFF2-40B4-BE49-F238E27FC236}">
                <a16:creationId xmlns:a16="http://schemas.microsoft.com/office/drawing/2014/main" id="{80A3F855-BFEF-F1EB-B1BA-0F60A2410B28}"/>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7" name="Slide Number Placeholder 6">
            <a:extLst>
              <a:ext uri="{FF2B5EF4-FFF2-40B4-BE49-F238E27FC236}">
                <a16:creationId xmlns:a16="http://schemas.microsoft.com/office/drawing/2014/main" id="{9E61180F-2B10-53D0-C25A-5EEF68E98366}"/>
              </a:ext>
            </a:extLst>
          </p:cNvPr>
          <p:cNvSpPr>
            <a:spLocks noGrp="1"/>
          </p:cNvSpPr>
          <p:nvPr>
            <p:ph type="sldNum" sz="quarter" idx="12"/>
          </p:nvPr>
        </p:nvSpPr>
        <p:spPr>
          <a:xfrm>
            <a:off x="9250469" y="6381815"/>
            <a:ext cx="2743200" cy="365125"/>
          </a:xfrm>
        </p:spPr>
        <p:txBody>
          <a:bodyPr/>
          <a:lstStyle/>
          <a:p>
            <a:fld id="{40D408E2-9F58-4229-A8B2-E143E8FD52E1}" type="slidenum">
              <a:rPr lang="en-US" sz="2000" smtClean="0"/>
              <a:t>27</a:t>
            </a:fld>
            <a:endParaRPr lang="en-US" sz="2000"/>
          </a:p>
        </p:txBody>
      </p:sp>
      <p:sp>
        <p:nvSpPr>
          <p:cNvPr id="11" name="TextBox 10">
            <a:extLst>
              <a:ext uri="{FF2B5EF4-FFF2-40B4-BE49-F238E27FC236}">
                <a16:creationId xmlns:a16="http://schemas.microsoft.com/office/drawing/2014/main" id="{BBD81BEC-418E-06BC-B067-A46F468FC672}"/>
              </a:ext>
            </a:extLst>
          </p:cNvPr>
          <p:cNvSpPr txBox="1"/>
          <p:nvPr/>
        </p:nvSpPr>
        <p:spPr>
          <a:xfrm>
            <a:off x="5282929" y="5835131"/>
            <a:ext cx="6493959" cy="369332"/>
          </a:xfrm>
          <a:prstGeom prst="rect">
            <a:avLst/>
          </a:prstGeom>
          <a:noFill/>
        </p:spPr>
        <p:txBody>
          <a:bodyPr wrap="square" rtlCol="0">
            <a:spAutoFit/>
          </a:bodyPr>
          <a:lstStyle/>
          <a:p>
            <a:r>
              <a:rPr lang="en-US"/>
              <a:t>Kindly note that the above-mentioned fees are exclusive of tax.</a:t>
            </a:r>
          </a:p>
        </p:txBody>
      </p:sp>
      <p:pic>
        <p:nvPicPr>
          <p:cNvPr id="8" name="Picture 7">
            <a:extLst>
              <a:ext uri="{FF2B5EF4-FFF2-40B4-BE49-F238E27FC236}">
                <a16:creationId xmlns:a16="http://schemas.microsoft.com/office/drawing/2014/main" id="{19F26FF6-B8EB-5CA0-4774-67E26980A13E}"/>
              </a:ext>
            </a:extLst>
          </p:cNvPr>
          <p:cNvPicPr>
            <a:picLocks noChangeAspect="1"/>
          </p:cNvPicPr>
          <p:nvPr/>
        </p:nvPicPr>
        <p:blipFill>
          <a:blip r:embed="rId3"/>
          <a:stretch>
            <a:fillRect/>
          </a:stretch>
        </p:blipFill>
        <p:spPr>
          <a:xfrm>
            <a:off x="423615" y="1420283"/>
            <a:ext cx="11163781" cy="4217487"/>
          </a:xfrm>
          <a:prstGeom prst="rect">
            <a:avLst/>
          </a:prstGeom>
        </p:spPr>
      </p:pic>
    </p:spTree>
    <p:extLst>
      <p:ext uri="{BB962C8B-B14F-4D97-AF65-F5344CB8AC3E}">
        <p14:creationId xmlns:p14="http://schemas.microsoft.com/office/powerpoint/2010/main" val="3943299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55589-7F19-EAEC-25B2-3E62DD52D3A3}"/>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AAE0C5F-7301-CEAD-220A-FCACE0AC9E57}"/>
              </a:ext>
            </a:extLst>
          </p:cNvPr>
          <p:cNvSpPr txBox="1"/>
          <p:nvPr/>
        </p:nvSpPr>
        <p:spPr>
          <a:xfrm>
            <a:off x="9087781" y="1220229"/>
            <a:ext cx="2905888" cy="400110"/>
          </a:xfrm>
          <a:prstGeom prst="rect">
            <a:avLst/>
          </a:prstGeom>
          <a:noFill/>
        </p:spPr>
        <p:txBody>
          <a:bodyPr wrap="square" rtlCol="0">
            <a:spAutoFit/>
          </a:bodyPr>
          <a:lstStyle/>
          <a:p>
            <a:r>
              <a:rPr lang="vi-VN" sz="2000" b="1">
                <a:solidFill>
                  <a:schemeClr val="bg1"/>
                </a:solidFill>
              </a:rPr>
              <a:t>WEEKLY SCHEDULE</a:t>
            </a:r>
            <a:endParaRPr lang="en-US" sz="2000" b="1">
              <a:solidFill>
                <a:schemeClr val="bg1"/>
              </a:solidFill>
            </a:endParaRPr>
          </a:p>
        </p:txBody>
      </p:sp>
      <p:sp>
        <p:nvSpPr>
          <p:cNvPr id="3" name="TextBox 2">
            <a:extLst>
              <a:ext uri="{FF2B5EF4-FFF2-40B4-BE49-F238E27FC236}">
                <a16:creationId xmlns:a16="http://schemas.microsoft.com/office/drawing/2014/main" id="{0E8AEB9B-9A5E-689D-BB76-6D42BC3E4078}"/>
              </a:ext>
            </a:extLst>
          </p:cNvPr>
          <p:cNvSpPr txBox="1"/>
          <p:nvPr/>
        </p:nvSpPr>
        <p:spPr>
          <a:xfrm>
            <a:off x="1331642" y="2280606"/>
            <a:ext cx="8988773" cy="1631216"/>
          </a:xfrm>
          <a:prstGeom prst="rect">
            <a:avLst/>
          </a:prstGeom>
          <a:noFill/>
        </p:spPr>
        <p:txBody>
          <a:bodyPr wrap="square" rtlCol="0">
            <a:spAutoFit/>
          </a:bodyPr>
          <a:lstStyle/>
          <a:p>
            <a:pPr algn="ctr"/>
            <a:r>
              <a:rPr lang="vi-VN" sz="10000" b="1">
                <a:solidFill>
                  <a:schemeClr val="accent1">
                    <a:lumMod val="75000"/>
                  </a:schemeClr>
                </a:solidFill>
              </a:rPr>
              <a:t>THANK YOU!</a:t>
            </a:r>
          </a:p>
        </p:txBody>
      </p:sp>
      <p:sp>
        <p:nvSpPr>
          <p:cNvPr id="4" name="AutoShape 2">
            <a:extLst>
              <a:ext uri="{FF2B5EF4-FFF2-40B4-BE49-F238E27FC236}">
                <a16:creationId xmlns:a16="http://schemas.microsoft.com/office/drawing/2014/main" id="{1C4442E2-34D7-EDB0-3B97-2C3B89226CBF}"/>
              </a:ext>
            </a:extLst>
          </p:cNvPr>
          <p:cNvSpPr/>
          <p:nvPr/>
        </p:nvSpPr>
        <p:spPr>
          <a:xfrm flipV="1">
            <a:off x="184585" y="553382"/>
            <a:ext cx="10196688" cy="6579"/>
          </a:xfrm>
          <a:prstGeom prst="line">
            <a:avLst/>
          </a:prstGeom>
          <a:ln w="38100" cap="flat">
            <a:solidFill>
              <a:srgbClr val="2366B1">
                <a:alpha val="81961"/>
              </a:srgbClr>
            </a:solidFill>
            <a:prstDash val="solid"/>
            <a:headEnd type="none" w="sm" len="sm"/>
            <a:tailEnd type="none" w="sm" len="sm"/>
          </a:ln>
        </p:spPr>
        <p:txBody>
          <a:bodyPr/>
          <a:lstStyle/>
          <a:p>
            <a:endParaRPr lang="en-US"/>
          </a:p>
        </p:txBody>
      </p:sp>
      <p:pic>
        <p:nvPicPr>
          <p:cNvPr id="5" name="Picture 4">
            <a:extLst>
              <a:ext uri="{FF2B5EF4-FFF2-40B4-BE49-F238E27FC236}">
                <a16:creationId xmlns:a16="http://schemas.microsoft.com/office/drawing/2014/main" id="{3CE4FB93-CE3F-85BB-F74F-6F74571BA3EB}"/>
              </a:ext>
            </a:extLst>
          </p:cNvPr>
          <p:cNvPicPr>
            <a:picLocks noChangeAspect="1"/>
          </p:cNvPicPr>
          <p:nvPr/>
        </p:nvPicPr>
        <p:blipFill>
          <a:blip r:embed="rId2"/>
          <a:stretch>
            <a:fillRect/>
          </a:stretch>
        </p:blipFill>
        <p:spPr>
          <a:xfrm>
            <a:off x="10381272" y="111060"/>
            <a:ext cx="1713875" cy="381847"/>
          </a:xfrm>
          <a:prstGeom prst="rect">
            <a:avLst/>
          </a:prstGeom>
        </p:spPr>
      </p:pic>
      <p:sp>
        <p:nvSpPr>
          <p:cNvPr id="6" name="Slide Number Placeholder 5">
            <a:extLst>
              <a:ext uri="{FF2B5EF4-FFF2-40B4-BE49-F238E27FC236}">
                <a16:creationId xmlns:a16="http://schemas.microsoft.com/office/drawing/2014/main" id="{DB6E6399-6BEB-762D-1413-DBA857E01CE1}"/>
              </a:ext>
            </a:extLst>
          </p:cNvPr>
          <p:cNvSpPr>
            <a:spLocks noGrp="1"/>
          </p:cNvSpPr>
          <p:nvPr>
            <p:ph type="sldNum" sz="quarter" idx="12"/>
          </p:nvPr>
        </p:nvSpPr>
        <p:spPr/>
        <p:txBody>
          <a:bodyPr/>
          <a:lstStyle/>
          <a:p>
            <a:fld id="{40D408E2-9F58-4229-A8B2-E143E8FD52E1}" type="slidenum">
              <a:rPr lang="en-US" smtClean="0"/>
              <a:t>28</a:t>
            </a:fld>
            <a:endParaRPr lang="en-US"/>
          </a:p>
        </p:txBody>
      </p:sp>
    </p:spTree>
    <p:extLst>
      <p:ext uri="{BB962C8B-B14F-4D97-AF65-F5344CB8AC3E}">
        <p14:creationId xmlns:p14="http://schemas.microsoft.com/office/powerpoint/2010/main" val="1413269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553</TotalTime>
  <Words>1413</Words>
  <Application>Microsoft Office PowerPoint</Application>
  <PresentationFormat>Màn hình rộng</PresentationFormat>
  <Paragraphs>278</Paragraphs>
  <Slides>28</Slides>
  <Notes>5</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28</vt:i4>
      </vt:variant>
    </vt:vector>
  </HeadingPairs>
  <TitlesOfParts>
    <vt:vector size="35" baseType="lpstr">
      <vt:lpstr>Arial,Sans-Serif</vt:lpstr>
      <vt:lpstr>Aptos</vt:lpstr>
      <vt:lpstr>Aptos Display</vt:lpstr>
      <vt:lpstr>Arial</vt:lpstr>
      <vt:lpstr>Calibri</vt:lpstr>
      <vt:lpstr>Wingdings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Phan Thị Phương Thảo</dc:creator>
  <cp:lastModifiedBy>TU LE GIA</cp:lastModifiedBy>
  <cp:revision>5</cp:revision>
  <dcterms:created xsi:type="dcterms:W3CDTF">2025-11-03T03:59:52Z</dcterms:created>
  <dcterms:modified xsi:type="dcterms:W3CDTF">2025-11-17T08:33:18Z</dcterms:modified>
</cp:coreProperties>
</file>